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4"/>
  </p:notesMasterIdLst>
  <p:sldIdLst>
    <p:sldId id="257" r:id="rId5"/>
    <p:sldId id="387" r:id="rId6"/>
    <p:sldId id="398" r:id="rId7"/>
    <p:sldId id="409" r:id="rId8"/>
    <p:sldId id="410" r:id="rId9"/>
    <p:sldId id="394" r:id="rId10"/>
    <p:sldId id="407" r:id="rId11"/>
    <p:sldId id="408" r:id="rId12"/>
    <p:sldId id="404" r:id="rId13"/>
  </p:sldIdLst>
  <p:sldSz cx="9906000" cy="6858000" type="A4"/>
  <p:notesSz cx="7099300" cy="9385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Christie" initials="DC" lastIdx="3" clrIdx="0">
    <p:extLst>
      <p:ext uri="{19B8F6BF-5375-455C-9EA6-DF929625EA0E}">
        <p15:presenceInfo xmlns:p15="http://schemas.microsoft.com/office/powerpoint/2012/main" userId="9d64a7e7cbf50d7a" providerId="Windows Live"/>
      </p:ext>
    </p:extLst>
  </p:cmAuthor>
  <p:cmAuthor id="2" name="Andrea Jackson" initials="AJ" lastIdx="1" clrIdx="1">
    <p:extLst>
      <p:ext uri="{19B8F6BF-5375-455C-9EA6-DF929625EA0E}">
        <p15:presenceInfo xmlns:p15="http://schemas.microsoft.com/office/powerpoint/2012/main" userId="3c7c7848e91689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540"/>
    <a:srgbClr val="30586A"/>
    <a:srgbClr val="494949"/>
    <a:srgbClr val="1E3641"/>
    <a:srgbClr val="50AB9B"/>
    <a:srgbClr val="457896"/>
    <a:srgbClr val="7AC1B7"/>
    <a:srgbClr val="487E93"/>
    <a:srgbClr val="060F18"/>
    <a:srgbClr val="335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ADC2E-C999-4F2C-A5D4-C9FE20687F50}" v="20" dt="2023-11-29T04:49:43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86391" autoAdjust="0"/>
  </p:normalViewPr>
  <p:slideViewPr>
    <p:cSldViewPr snapToGrid="0">
      <p:cViewPr>
        <p:scale>
          <a:sx n="100" d="100"/>
          <a:sy n="100" d="100"/>
        </p:scale>
        <p:origin x="1656" y="3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l Marom" userId="fd545a32-0863-490d-bedf-7d4204ff2906" providerId="ADAL" clId="{00FADC2E-C999-4F2C-A5D4-C9FE20687F50}"/>
    <pc:docChg chg="undo redo custSel addSld delSld modSld sldOrd">
      <pc:chgData name="Yuval Marom" userId="fd545a32-0863-490d-bedf-7d4204ff2906" providerId="ADAL" clId="{00FADC2E-C999-4F2C-A5D4-C9FE20687F50}" dt="2023-11-29T04:53:03.273" v="2589" actId="6549"/>
      <pc:docMkLst>
        <pc:docMk/>
      </pc:docMkLst>
      <pc:sldChg chg="modSp mod">
        <pc:chgData name="Yuval Marom" userId="fd545a32-0863-490d-bedf-7d4204ff2906" providerId="ADAL" clId="{00FADC2E-C999-4F2C-A5D4-C9FE20687F50}" dt="2023-11-29T04:53:03.273" v="2589" actId="6549"/>
        <pc:sldMkLst>
          <pc:docMk/>
          <pc:sldMk cId="198852861" sldId="257"/>
        </pc:sldMkLst>
        <pc:spChg chg="mod">
          <ac:chgData name="Yuval Marom" userId="fd545a32-0863-490d-bedf-7d4204ff2906" providerId="ADAL" clId="{00FADC2E-C999-4F2C-A5D4-C9FE20687F50}" dt="2023-11-29T04:53:03.273" v="2589" actId="6549"/>
          <ac:spMkLst>
            <pc:docMk/>
            <pc:sldMk cId="198852861" sldId="257"/>
            <ac:spMk id="16" creationId="{B2826985-33B1-1649-85F4-FF4CE7CA0CF1}"/>
          </ac:spMkLst>
        </pc:spChg>
      </pc:sldChg>
      <pc:sldChg chg="del">
        <pc:chgData name="Yuval Marom" userId="fd545a32-0863-490d-bedf-7d4204ff2906" providerId="ADAL" clId="{00FADC2E-C999-4F2C-A5D4-C9FE20687F50}" dt="2023-11-17T00:15:03.793" v="0" actId="47"/>
        <pc:sldMkLst>
          <pc:docMk/>
          <pc:sldMk cId="3079371865" sldId="385"/>
        </pc:sldMkLst>
      </pc:sldChg>
      <pc:sldChg chg="modSp mod">
        <pc:chgData name="Yuval Marom" userId="fd545a32-0863-490d-bedf-7d4204ff2906" providerId="ADAL" clId="{00FADC2E-C999-4F2C-A5D4-C9FE20687F50}" dt="2023-11-17T00:21:47.940" v="21" actId="6549"/>
        <pc:sldMkLst>
          <pc:docMk/>
          <pc:sldMk cId="3101258181" sldId="387"/>
        </pc:sldMkLst>
        <pc:spChg chg="mod">
          <ac:chgData name="Yuval Marom" userId="fd545a32-0863-490d-bedf-7d4204ff2906" providerId="ADAL" clId="{00FADC2E-C999-4F2C-A5D4-C9FE20687F50}" dt="2023-11-17T00:21:47.940" v="21" actId="6549"/>
          <ac:spMkLst>
            <pc:docMk/>
            <pc:sldMk cId="3101258181" sldId="387"/>
            <ac:spMk id="6" creationId="{28C9C235-C6BD-DB59-1D2A-002F0DBEA06B}"/>
          </ac:spMkLst>
        </pc:spChg>
      </pc:sldChg>
      <pc:sldChg chg="del">
        <pc:chgData name="Yuval Marom" userId="fd545a32-0863-490d-bedf-7d4204ff2906" providerId="ADAL" clId="{00FADC2E-C999-4F2C-A5D4-C9FE20687F50}" dt="2023-11-17T00:15:04.788" v="1" actId="47"/>
        <pc:sldMkLst>
          <pc:docMk/>
          <pc:sldMk cId="2805972954" sldId="390"/>
        </pc:sldMkLst>
      </pc:sldChg>
      <pc:sldChg chg="del">
        <pc:chgData name="Yuval Marom" userId="fd545a32-0863-490d-bedf-7d4204ff2906" providerId="ADAL" clId="{00FADC2E-C999-4F2C-A5D4-C9FE20687F50}" dt="2023-11-29T03:25:06.484" v="1818" actId="47"/>
        <pc:sldMkLst>
          <pc:docMk/>
          <pc:sldMk cId="1120029729" sldId="391"/>
        </pc:sldMkLst>
      </pc:sldChg>
      <pc:sldChg chg="del">
        <pc:chgData name="Yuval Marom" userId="fd545a32-0863-490d-bedf-7d4204ff2906" providerId="ADAL" clId="{00FADC2E-C999-4F2C-A5D4-C9FE20687F50}" dt="2023-11-29T03:25:39.309" v="1822" actId="47"/>
        <pc:sldMkLst>
          <pc:docMk/>
          <pc:sldMk cId="4289487257" sldId="393"/>
        </pc:sldMkLst>
      </pc:sldChg>
      <pc:sldChg chg="modSp mod">
        <pc:chgData name="Yuval Marom" userId="fd545a32-0863-490d-bedf-7d4204ff2906" providerId="ADAL" clId="{00FADC2E-C999-4F2C-A5D4-C9FE20687F50}" dt="2023-11-29T03:20:17.043" v="1682" actId="20577"/>
        <pc:sldMkLst>
          <pc:docMk/>
          <pc:sldMk cId="2127628696" sldId="394"/>
        </pc:sldMkLst>
        <pc:graphicFrameChg chg="mod modGraphic">
          <ac:chgData name="Yuval Marom" userId="fd545a32-0863-490d-bedf-7d4204ff2906" providerId="ADAL" clId="{00FADC2E-C999-4F2C-A5D4-C9FE20687F50}" dt="2023-11-29T03:20:17.043" v="1682" actId="20577"/>
          <ac:graphicFrameMkLst>
            <pc:docMk/>
            <pc:sldMk cId="2127628696" sldId="394"/>
            <ac:graphicFrameMk id="6" creationId="{A3A450C9-87DA-37BC-F38D-7215C4DA0153}"/>
          </ac:graphicFrameMkLst>
        </pc:graphicFrameChg>
      </pc:sldChg>
      <pc:sldChg chg="del">
        <pc:chgData name="Yuval Marom" userId="fd545a32-0863-490d-bedf-7d4204ff2906" providerId="ADAL" clId="{00FADC2E-C999-4F2C-A5D4-C9FE20687F50}" dt="2023-11-29T03:39:40.348" v="2055" actId="47"/>
        <pc:sldMkLst>
          <pc:docMk/>
          <pc:sldMk cId="186857370" sldId="395"/>
        </pc:sldMkLst>
      </pc:sldChg>
      <pc:sldChg chg="del">
        <pc:chgData name="Yuval Marom" userId="fd545a32-0863-490d-bedf-7d4204ff2906" providerId="ADAL" clId="{00FADC2E-C999-4F2C-A5D4-C9FE20687F50}" dt="2023-11-29T03:39:40.348" v="2055" actId="47"/>
        <pc:sldMkLst>
          <pc:docMk/>
          <pc:sldMk cId="1021168814" sldId="396"/>
        </pc:sldMkLst>
      </pc:sldChg>
      <pc:sldChg chg="del">
        <pc:chgData name="Yuval Marom" userId="fd545a32-0863-490d-bedf-7d4204ff2906" providerId="ADAL" clId="{00FADC2E-C999-4F2C-A5D4-C9FE20687F50}" dt="2023-11-29T03:25:39.309" v="1822" actId="47"/>
        <pc:sldMkLst>
          <pc:docMk/>
          <pc:sldMk cId="1736850906" sldId="397"/>
        </pc:sldMkLst>
      </pc:sldChg>
      <pc:sldChg chg="addSp delSp modSp mod">
        <pc:chgData name="Yuval Marom" userId="fd545a32-0863-490d-bedf-7d4204ff2906" providerId="ADAL" clId="{00FADC2E-C999-4F2C-A5D4-C9FE20687F50}" dt="2023-11-29T00:28:35.339" v="1097" actId="113"/>
        <pc:sldMkLst>
          <pc:docMk/>
          <pc:sldMk cId="4164515577" sldId="398"/>
        </pc:sldMkLst>
        <pc:spChg chg="del">
          <ac:chgData name="Yuval Marom" userId="fd545a32-0863-490d-bedf-7d4204ff2906" providerId="ADAL" clId="{00FADC2E-C999-4F2C-A5D4-C9FE20687F50}" dt="2023-11-29T00:12:53.647" v="1083" actId="478"/>
          <ac:spMkLst>
            <pc:docMk/>
            <pc:sldMk cId="4164515577" sldId="398"/>
            <ac:spMk id="3" creationId="{1A091806-87B6-0127-8FBC-91BE7ACB6601}"/>
          </ac:spMkLst>
        </pc:spChg>
        <pc:spChg chg="add mod">
          <ac:chgData name="Yuval Marom" userId="fd545a32-0863-490d-bedf-7d4204ff2906" providerId="ADAL" clId="{00FADC2E-C999-4F2C-A5D4-C9FE20687F50}" dt="2023-11-29T00:28:35.339" v="1097" actId="113"/>
          <ac:spMkLst>
            <pc:docMk/>
            <pc:sldMk cId="4164515577" sldId="398"/>
            <ac:spMk id="4" creationId="{89EFB04E-DCDF-A9BF-5CF0-EDD9E10EAE74}"/>
          </ac:spMkLst>
        </pc:spChg>
        <pc:spChg chg="mod">
          <ac:chgData name="Yuval Marom" userId="fd545a32-0863-490d-bedf-7d4204ff2906" providerId="ADAL" clId="{00FADC2E-C999-4F2C-A5D4-C9FE20687F50}" dt="2023-11-29T00:28:33.660" v="1096" actId="113"/>
          <ac:spMkLst>
            <pc:docMk/>
            <pc:sldMk cId="4164515577" sldId="398"/>
            <ac:spMk id="6" creationId="{28C9C235-C6BD-DB59-1D2A-002F0DBEA06B}"/>
          </ac:spMkLst>
        </pc:spChg>
        <pc:picChg chg="mod">
          <ac:chgData name="Yuval Marom" userId="fd545a32-0863-490d-bedf-7d4204ff2906" providerId="ADAL" clId="{00FADC2E-C999-4F2C-A5D4-C9FE20687F50}" dt="2023-11-29T00:11:32.138" v="1040" actId="1076"/>
          <ac:picMkLst>
            <pc:docMk/>
            <pc:sldMk cId="4164515577" sldId="398"/>
            <ac:picMk id="5" creationId="{DA0FA0E7-9E12-A22F-82C5-9FC15499178F}"/>
          </ac:picMkLst>
        </pc:picChg>
      </pc:sldChg>
      <pc:sldChg chg="del">
        <pc:chgData name="Yuval Marom" userId="fd545a32-0863-490d-bedf-7d4204ff2906" providerId="ADAL" clId="{00FADC2E-C999-4F2C-A5D4-C9FE20687F50}" dt="2023-11-29T03:25:27.158" v="1820" actId="47"/>
        <pc:sldMkLst>
          <pc:docMk/>
          <pc:sldMk cId="2437069306" sldId="399"/>
        </pc:sldMkLst>
      </pc:sldChg>
      <pc:sldChg chg="del">
        <pc:chgData name="Yuval Marom" userId="fd545a32-0863-490d-bedf-7d4204ff2906" providerId="ADAL" clId="{00FADC2E-C999-4F2C-A5D4-C9FE20687F50}" dt="2023-11-29T03:25:27.158" v="1820" actId="47"/>
        <pc:sldMkLst>
          <pc:docMk/>
          <pc:sldMk cId="2709224390" sldId="400"/>
        </pc:sldMkLst>
      </pc:sldChg>
      <pc:sldChg chg="del">
        <pc:chgData name="Yuval Marom" userId="fd545a32-0863-490d-bedf-7d4204ff2906" providerId="ADAL" clId="{00FADC2E-C999-4F2C-A5D4-C9FE20687F50}" dt="2023-11-29T03:25:34.312" v="1821" actId="47"/>
        <pc:sldMkLst>
          <pc:docMk/>
          <pc:sldMk cId="3183717966" sldId="401"/>
        </pc:sldMkLst>
      </pc:sldChg>
      <pc:sldChg chg="del">
        <pc:chgData name="Yuval Marom" userId="fd545a32-0863-490d-bedf-7d4204ff2906" providerId="ADAL" clId="{00FADC2E-C999-4F2C-A5D4-C9FE20687F50}" dt="2023-11-29T03:25:34.312" v="1821" actId="47"/>
        <pc:sldMkLst>
          <pc:docMk/>
          <pc:sldMk cId="3074906209" sldId="402"/>
        </pc:sldMkLst>
      </pc:sldChg>
      <pc:sldChg chg="del">
        <pc:chgData name="Yuval Marom" userId="fd545a32-0863-490d-bedf-7d4204ff2906" providerId="ADAL" clId="{00FADC2E-C999-4F2C-A5D4-C9FE20687F50}" dt="2023-11-29T03:25:34.312" v="1821" actId="47"/>
        <pc:sldMkLst>
          <pc:docMk/>
          <pc:sldMk cId="4043797868" sldId="403"/>
        </pc:sldMkLst>
      </pc:sldChg>
      <pc:sldChg chg="addSp delSp modSp mod">
        <pc:chgData name="Yuval Marom" userId="fd545a32-0863-490d-bedf-7d4204ff2906" providerId="ADAL" clId="{00FADC2E-C999-4F2C-A5D4-C9FE20687F50}" dt="2023-11-29T04:52:49.532" v="2586" actId="20577"/>
        <pc:sldMkLst>
          <pc:docMk/>
          <pc:sldMk cId="3797781304" sldId="404"/>
        </pc:sldMkLst>
        <pc:spChg chg="add mod">
          <ac:chgData name="Yuval Marom" userId="fd545a32-0863-490d-bedf-7d4204ff2906" providerId="ADAL" clId="{00FADC2E-C999-4F2C-A5D4-C9FE20687F50}" dt="2023-11-29T04:52:49.532" v="2586" actId="20577"/>
          <ac:spMkLst>
            <pc:docMk/>
            <pc:sldMk cId="3797781304" sldId="404"/>
            <ac:spMk id="3" creationId="{B2EA24D1-8261-941E-8B8C-3941C5AAE70E}"/>
          </ac:spMkLst>
        </pc:spChg>
        <pc:graphicFrameChg chg="del modGraphic">
          <ac:chgData name="Yuval Marom" userId="fd545a32-0863-490d-bedf-7d4204ff2906" providerId="ADAL" clId="{00FADC2E-C999-4F2C-A5D4-C9FE20687F50}" dt="2023-11-29T04:49:35.680" v="2236" actId="478"/>
          <ac:graphicFrameMkLst>
            <pc:docMk/>
            <pc:sldMk cId="3797781304" sldId="404"/>
            <ac:graphicFrameMk id="5" creationId="{15CDE80D-9FED-5ADD-7439-5FD1E5C4461D}"/>
          </ac:graphicFrameMkLst>
        </pc:graphicFrameChg>
      </pc:sldChg>
      <pc:sldChg chg="del">
        <pc:chgData name="Yuval Marom" userId="fd545a32-0863-490d-bedf-7d4204ff2906" providerId="ADAL" clId="{00FADC2E-C999-4F2C-A5D4-C9FE20687F50}" dt="2023-11-29T03:25:17.547" v="1819" actId="47"/>
        <pc:sldMkLst>
          <pc:docMk/>
          <pc:sldMk cId="3672224578" sldId="405"/>
        </pc:sldMkLst>
      </pc:sldChg>
      <pc:sldChg chg="del">
        <pc:chgData name="Yuval Marom" userId="fd545a32-0863-490d-bedf-7d4204ff2906" providerId="ADAL" clId="{00FADC2E-C999-4F2C-A5D4-C9FE20687F50}" dt="2023-11-29T03:25:27.158" v="1820" actId="47"/>
        <pc:sldMkLst>
          <pc:docMk/>
          <pc:sldMk cId="2329815755" sldId="406"/>
        </pc:sldMkLst>
      </pc:sldChg>
      <pc:sldChg chg="modSp add mod">
        <pc:chgData name="Yuval Marom" userId="fd545a32-0863-490d-bedf-7d4204ff2906" providerId="ADAL" clId="{00FADC2E-C999-4F2C-A5D4-C9FE20687F50}" dt="2023-11-29T03:21:16.099" v="1752" actId="5793"/>
        <pc:sldMkLst>
          <pc:docMk/>
          <pc:sldMk cId="2664816138" sldId="407"/>
        </pc:sldMkLst>
        <pc:graphicFrameChg chg="mod modGraphic">
          <ac:chgData name="Yuval Marom" userId="fd545a32-0863-490d-bedf-7d4204ff2906" providerId="ADAL" clId="{00FADC2E-C999-4F2C-A5D4-C9FE20687F50}" dt="2023-11-29T03:21:16.099" v="1752" actId="5793"/>
          <ac:graphicFrameMkLst>
            <pc:docMk/>
            <pc:sldMk cId="2664816138" sldId="407"/>
            <ac:graphicFrameMk id="6" creationId="{A3A450C9-87DA-37BC-F38D-7215C4DA0153}"/>
          </ac:graphicFrameMkLst>
        </pc:graphicFrameChg>
      </pc:sldChg>
      <pc:sldChg chg="modSp add mod">
        <pc:chgData name="Yuval Marom" userId="fd545a32-0863-490d-bedf-7d4204ff2906" providerId="ADAL" clId="{00FADC2E-C999-4F2C-A5D4-C9FE20687F50}" dt="2023-11-29T03:24:05.485" v="1817" actId="207"/>
        <pc:sldMkLst>
          <pc:docMk/>
          <pc:sldMk cId="731200274" sldId="408"/>
        </pc:sldMkLst>
        <pc:graphicFrameChg chg="mod modGraphic">
          <ac:chgData name="Yuval Marom" userId="fd545a32-0863-490d-bedf-7d4204ff2906" providerId="ADAL" clId="{00FADC2E-C999-4F2C-A5D4-C9FE20687F50}" dt="2023-11-29T03:24:05.485" v="1817" actId="207"/>
          <ac:graphicFrameMkLst>
            <pc:docMk/>
            <pc:sldMk cId="731200274" sldId="408"/>
            <ac:graphicFrameMk id="6" creationId="{A3A450C9-87DA-37BC-F38D-7215C4DA0153}"/>
          </ac:graphicFrameMkLst>
        </pc:graphicFrameChg>
      </pc:sldChg>
      <pc:sldChg chg="addSp delSp modSp add mod ord">
        <pc:chgData name="Yuval Marom" userId="fd545a32-0863-490d-bedf-7d4204ff2906" providerId="ADAL" clId="{00FADC2E-C999-4F2C-A5D4-C9FE20687F50}" dt="2023-11-29T04:47:58.671" v="2223" actId="9405"/>
        <pc:sldMkLst>
          <pc:docMk/>
          <pc:sldMk cId="2782313253" sldId="409"/>
        </pc:sldMkLst>
        <pc:spChg chg="del">
          <ac:chgData name="Yuval Marom" userId="fd545a32-0863-490d-bedf-7d4204ff2906" providerId="ADAL" clId="{00FADC2E-C999-4F2C-A5D4-C9FE20687F50}" dt="2023-11-29T03:35:43.119" v="1907" actId="478"/>
          <ac:spMkLst>
            <pc:docMk/>
            <pc:sldMk cId="2782313253" sldId="409"/>
            <ac:spMk id="3" creationId="{F46C8109-FB1F-9D96-2CBC-F062D63D408D}"/>
          </ac:spMkLst>
        </pc:spChg>
        <pc:spChg chg="mod">
          <ac:chgData name="Yuval Marom" userId="fd545a32-0863-490d-bedf-7d4204ff2906" providerId="ADAL" clId="{00FADC2E-C999-4F2C-A5D4-C9FE20687F50}" dt="2023-11-29T03:34:04.584" v="1880" actId="1076"/>
          <ac:spMkLst>
            <pc:docMk/>
            <pc:sldMk cId="2782313253" sldId="409"/>
            <ac:spMk id="10" creationId="{20D50076-BD99-C525-1B11-57AD7B7D1D0A}"/>
          </ac:spMkLst>
        </pc:spChg>
        <pc:spChg chg="del">
          <ac:chgData name="Yuval Marom" userId="fd545a32-0863-490d-bedf-7d4204ff2906" providerId="ADAL" clId="{00FADC2E-C999-4F2C-A5D4-C9FE20687F50}" dt="2023-11-29T03:35:09.008" v="1900" actId="478"/>
          <ac:spMkLst>
            <pc:docMk/>
            <pc:sldMk cId="2782313253" sldId="409"/>
            <ac:spMk id="11" creationId="{F18410E5-9A30-9C82-3BF2-83A84F505CC3}"/>
          </ac:spMkLst>
        </pc:spChg>
        <pc:spChg chg="mod">
          <ac:chgData name="Yuval Marom" userId="fd545a32-0863-490d-bedf-7d4204ff2906" providerId="ADAL" clId="{00FADC2E-C999-4F2C-A5D4-C9FE20687F50}" dt="2023-11-29T03:39:22.577" v="2050" actId="20577"/>
          <ac:spMkLst>
            <pc:docMk/>
            <pc:sldMk cId="2782313253" sldId="409"/>
            <ac:spMk id="14" creationId="{A2AC798C-B15D-CDEC-2BCF-8348B95282EB}"/>
          </ac:spMkLst>
        </pc:spChg>
        <pc:spChg chg="add mod">
          <ac:chgData name="Yuval Marom" userId="fd545a32-0863-490d-bedf-7d4204ff2906" providerId="ADAL" clId="{00FADC2E-C999-4F2C-A5D4-C9FE20687F50}" dt="2023-11-29T03:34:14.809" v="1884" actId="20577"/>
          <ac:spMkLst>
            <pc:docMk/>
            <pc:sldMk cId="2782313253" sldId="409"/>
            <ac:spMk id="18" creationId="{8658532F-68E0-0E2C-60C1-68A428B96E0A}"/>
          </ac:spMkLst>
        </pc:spChg>
        <pc:spChg chg="add mod ord">
          <ac:chgData name="Yuval Marom" userId="fd545a32-0863-490d-bedf-7d4204ff2906" providerId="ADAL" clId="{00FADC2E-C999-4F2C-A5D4-C9FE20687F50}" dt="2023-11-29T03:35:39.023" v="1906" actId="166"/>
          <ac:spMkLst>
            <pc:docMk/>
            <pc:sldMk cId="2782313253" sldId="409"/>
            <ac:spMk id="19" creationId="{768BD317-907A-B26D-3278-FFC1A6D0A443}"/>
          </ac:spMkLst>
        </pc:spChg>
        <pc:spChg chg="mod">
          <ac:chgData name="Yuval Marom" userId="fd545a32-0863-490d-bedf-7d4204ff2906" providerId="ADAL" clId="{00FADC2E-C999-4F2C-A5D4-C9FE20687F50}" dt="2023-11-29T03:32:22.929" v="1857" actId="20577"/>
          <ac:spMkLst>
            <pc:docMk/>
            <pc:sldMk cId="2782313253" sldId="409"/>
            <ac:spMk id="49" creationId="{4F4334FE-4CD7-5B42-B1C7-DB0EE56BB607}"/>
          </ac:spMkLst>
        </pc:spChg>
        <pc:picChg chg="del">
          <ac:chgData name="Yuval Marom" userId="fd545a32-0863-490d-bedf-7d4204ff2906" providerId="ADAL" clId="{00FADC2E-C999-4F2C-A5D4-C9FE20687F50}" dt="2023-11-29T03:32:26.516" v="1858" actId="478"/>
          <ac:picMkLst>
            <pc:docMk/>
            <pc:sldMk cId="2782313253" sldId="409"/>
            <ac:picMk id="5" creationId="{12700BC8-86A2-2209-3F59-BC588AA293C7}"/>
          </ac:picMkLst>
        </pc:picChg>
        <pc:picChg chg="add mod ord">
          <ac:chgData name="Yuval Marom" userId="fd545a32-0863-490d-bedf-7d4204ff2906" providerId="ADAL" clId="{00FADC2E-C999-4F2C-A5D4-C9FE20687F50}" dt="2023-11-29T03:34:33.343" v="1890" actId="166"/>
          <ac:picMkLst>
            <pc:docMk/>
            <pc:sldMk cId="2782313253" sldId="409"/>
            <ac:picMk id="8" creationId="{93E32F99-68AE-5CF0-3431-963BCAD8EA10}"/>
          </ac:picMkLst>
        </pc:picChg>
        <pc:picChg chg="add mod ord">
          <ac:chgData name="Yuval Marom" userId="fd545a32-0863-490d-bedf-7d4204ff2906" providerId="ADAL" clId="{00FADC2E-C999-4F2C-A5D4-C9FE20687F50}" dt="2023-11-29T03:35:47.833" v="1908" actId="1076"/>
          <ac:picMkLst>
            <pc:docMk/>
            <pc:sldMk cId="2782313253" sldId="409"/>
            <ac:picMk id="15" creationId="{619FD98A-0888-F1B6-DD4A-898E7B5303DF}"/>
          </ac:picMkLst>
        </pc:picChg>
        <pc:picChg chg="add mod ord">
          <ac:chgData name="Yuval Marom" userId="fd545a32-0863-490d-bedf-7d4204ff2906" providerId="ADAL" clId="{00FADC2E-C999-4F2C-A5D4-C9FE20687F50}" dt="2023-11-29T03:35:26.404" v="1903" actId="166"/>
          <ac:picMkLst>
            <pc:docMk/>
            <pc:sldMk cId="2782313253" sldId="409"/>
            <ac:picMk id="17" creationId="{4DF426F2-69BB-EA35-2E31-E6C0F70C43CD}"/>
          </ac:picMkLst>
        </pc:picChg>
        <pc:picChg chg="del">
          <ac:chgData name="Yuval Marom" userId="fd545a32-0863-490d-bedf-7d4204ff2906" providerId="ADAL" clId="{00FADC2E-C999-4F2C-A5D4-C9FE20687F50}" dt="2023-11-29T03:32:26.516" v="1858" actId="478"/>
          <ac:picMkLst>
            <pc:docMk/>
            <pc:sldMk cId="2782313253" sldId="409"/>
            <ac:picMk id="1026" creationId="{BEBFA8F1-4FFA-A24D-7D65-1456609F2712}"/>
          </ac:picMkLst>
        </pc:picChg>
        <pc:inkChg chg="add del">
          <ac:chgData name="Yuval Marom" userId="fd545a32-0863-490d-bedf-7d4204ff2906" providerId="ADAL" clId="{00FADC2E-C999-4F2C-A5D4-C9FE20687F50}" dt="2023-11-29T04:46:54.973" v="2200" actId="9405"/>
          <ac:inkMkLst>
            <pc:docMk/>
            <pc:sldMk cId="2782313253" sldId="409"/>
            <ac:inkMk id="20" creationId="{2AE91B66-6D24-4A9F-78FE-1F0CCA34E10F}"/>
          </ac:inkMkLst>
        </pc:inkChg>
        <pc:inkChg chg="add">
          <ac:chgData name="Yuval Marom" userId="fd545a32-0863-490d-bedf-7d4204ff2906" providerId="ADAL" clId="{00FADC2E-C999-4F2C-A5D4-C9FE20687F50}" dt="2023-11-29T04:47:02.059" v="2201" actId="9405"/>
          <ac:inkMkLst>
            <pc:docMk/>
            <pc:sldMk cId="2782313253" sldId="409"/>
            <ac:inkMk id="21" creationId="{80561ED2-00C1-F11C-D90A-C07EE821082C}"/>
          </ac:inkMkLst>
        </pc:inkChg>
        <pc:inkChg chg="add del">
          <ac:chgData name="Yuval Marom" userId="fd545a32-0863-490d-bedf-7d4204ff2906" providerId="ADAL" clId="{00FADC2E-C999-4F2C-A5D4-C9FE20687F50}" dt="2023-11-29T04:47:04.187" v="2203" actId="9405"/>
          <ac:inkMkLst>
            <pc:docMk/>
            <pc:sldMk cId="2782313253" sldId="409"/>
            <ac:inkMk id="22" creationId="{4DDAFFA6-4DA9-823B-3F6D-8E99B3838336}"/>
          </ac:inkMkLst>
        </pc:inkChg>
        <pc:inkChg chg="add">
          <ac:chgData name="Yuval Marom" userId="fd545a32-0863-490d-bedf-7d4204ff2906" providerId="ADAL" clId="{00FADC2E-C999-4F2C-A5D4-C9FE20687F50}" dt="2023-11-29T04:47:06.532" v="2204" actId="9405"/>
          <ac:inkMkLst>
            <pc:docMk/>
            <pc:sldMk cId="2782313253" sldId="409"/>
            <ac:inkMk id="23" creationId="{DACAD504-B872-0EFC-BDDF-06868616E08E}"/>
          </ac:inkMkLst>
        </pc:inkChg>
        <pc:inkChg chg="add">
          <ac:chgData name="Yuval Marom" userId="fd545a32-0863-490d-bedf-7d4204ff2906" providerId="ADAL" clId="{00FADC2E-C999-4F2C-A5D4-C9FE20687F50}" dt="2023-11-29T04:47:12.163" v="2205" actId="9405"/>
          <ac:inkMkLst>
            <pc:docMk/>
            <pc:sldMk cId="2782313253" sldId="409"/>
            <ac:inkMk id="24" creationId="{57EE8B0C-4194-9DD9-4993-7115BF967A57}"/>
          </ac:inkMkLst>
        </pc:inkChg>
        <pc:inkChg chg="add del">
          <ac:chgData name="Yuval Marom" userId="fd545a32-0863-490d-bedf-7d4204ff2906" providerId="ADAL" clId="{00FADC2E-C999-4F2C-A5D4-C9FE20687F50}" dt="2023-11-29T04:47:18.834" v="2209" actId="9405"/>
          <ac:inkMkLst>
            <pc:docMk/>
            <pc:sldMk cId="2782313253" sldId="409"/>
            <ac:inkMk id="25" creationId="{97659739-8D54-5134-ACBC-FD5336D6659B}"/>
          </ac:inkMkLst>
        </pc:inkChg>
        <pc:inkChg chg="add del">
          <ac:chgData name="Yuval Marom" userId="fd545a32-0863-490d-bedf-7d4204ff2906" providerId="ADAL" clId="{00FADC2E-C999-4F2C-A5D4-C9FE20687F50}" dt="2023-11-29T04:47:18.093" v="2208" actId="9405"/>
          <ac:inkMkLst>
            <pc:docMk/>
            <pc:sldMk cId="2782313253" sldId="409"/>
            <ac:inkMk id="26" creationId="{7E3BEE5A-735D-54FE-1BF1-E6E0C20174AD}"/>
          </ac:inkMkLst>
        </pc:inkChg>
        <pc:inkChg chg="add del">
          <ac:chgData name="Yuval Marom" userId="fd545a32-0863-490d-bedf-7d4204ff2906" providerId="ADAL" clId="{00FADC2E-C999-4F2C-A5D4-C9FE20687F50}" dt="2023-11-29T04:47:21.426" v="2211" actId="9405"/>
          <ac:inkMkLst>
            <pc:docMk/>
            <pc:sldMk cId="2782313253" sldId="409"/>
            <ac:inkMk id="28" creationId="{0D08D7B6-8F0C-C111-1C2C-1C9346E7D810}"/>
          </ac:inkMkLst>
        </pc:inkChg>
        <pc:inkChg chg="add">
          <ac:chgData name="Yuval Marom" userId="fd545a32-0863-490d-bedf-7d4204ff2906" providerId="ADAL" clId="{00FADC2E-C999-4F2C-A5D4-C9FE20687F50}" dt="2023-11-29T04:47:26.123" v="2212" actId="9405"/>
          <ac:inkMkLst>
            <pc:docMk/>
            <pc:sldMk cId="2782313253" sldId="409"/>
            <ac:inkMk id="30" creationId="{04C4D22F-42D7-F10C-1C0E-885B319F6680}"/>
          </ac:inkMkLst>
        </pc:inkChg>
        <pc:inkChg chg="add">
          <ac:chgData name="Yuval Marom" userId="fd545a32-0863-490d-bedf-7d4204ff2906" providerId="ADAL" clId="{00FADC2E-C999-4F2C-A5D4-C9FE20687F50}" dt="2023-11-29T04:47:37.780" v="2213" actId="9405"/>
          <ac:inkMkLst>
            <pc:docMk/>
            <pc:sldMk cId="2782313253" sldId="409"/>
            <ac:inkMk id="31" creationId="{12A85E8C-0F02-3648-CEA4-4F835CB49B7C}"/>
          </ac:inkMkLst>
        </pc:inkChg>
        <pc:inkChg chg="add">
          <ac:chgData name="Yuval Marom" userId="fd545a32-0863-490d-bedf-7d4204ff2906" providerId="ADAL" clId="{00FADC2E-C999-4F2C-A5D4-C9FE20687F50}" dt="2023-11-29T04:47:38.721" v="2214" actId="9405"/>
          <ac:inkMkLst>
            <pc:docMk/>
            <pc:sldMk cId="2782313253" sldId="409"/>
            <ac:inkMk id="32" creationId="{2C7963BE-7AFE-45E7-3B56-0F2A76994C16}"/>
          </ac:inkMkLst>
        </pc:inkChg>
        <pc:inkChg chg="add">
          <ac:chgData name="Yuval Marom" userId="fd545a32-0863-490d-bedf-7d4204ff2906" providerId="ADAL" clId="{00FADC2E-C999-4F2C-A5D4-C9FE20687F50}" dt="2023-11-29T04:47:39.591" v="2215" actId="9405"/>
          <ac:inkMkLst>
            <pc:docMk/>
            <pc:sldMk cId="2782313253" sldId="409"/>
            <ac:inkMk id="33" creationId="{B33E18B1-2732-384B-740C-617334412DBF}"/>
          </ac:inkMkLst>
        </pc:inkChg>
        <pc:inkChg chg="add">
          <ac:chgData name="Yuval Marom" userId="fd545a32-0863-490d-bedf-7d4204ff2906" providerId="ADAL" clId="{00FADC2E-C999-4F2C-A5D4-C9FE20687F50}" dt="2023-11-29T04:47:40.867" v="2216" actId="9405"/>
          <ac:inkMkLst>
            <pc:docMk/>
            <pc:sldMk cId="2782313253" sldId="409"/>
            <ac:inkMk id="34" creationId="{08412CA6-0457-AFC1-4C26-49EE8F46771E}"/>
          </ac:inkMkLst>
        </pc:inkChg>
        <pc:inkChg chg="add">
          <ac:chgData name="Yuval Marom" userId="fd545a32-0863-490d-bedf-7d4204ff2906" providerId="ADAL" clId="{00FADC2E-C999-4F2C-A5D4-C9FE20687F50}" dt="2023-11-29T04:47:42.376" v="2217" actId="9405"/>
          <ac:inkMkLst>
            <pc:docMk/>
            <pc:sldMk cId="2782313253" sldId="409"/>
            <ac:inkMk id="35" creationId="{3BDDFF88-4550-97F1-9405-38160E5C1215}"/>
          </ac:inkMkLst>
        </pc:inkChg>
        <pc:inkChg chg="add">
          <ac:chgData name="Yuval Marom" userId="fd545a32-0863-490d-bedf-7d4204ff2906" providerId="ADAL" clId="{00FADC2E-C999-4F2C-A5D4-C9FE20687F50}" dt="2023-11-29T04:47:43.758" v="2218" actId="9405"/>
          <ac:inkMkLst>
            <pc:docMk/>
            <pc:sldMk cId="2782313253" sldId="409"/>
            <ac:inkMk id="36" creationId="{107D2986-EB3A-9B0C-FD5A-C2036FF2CC28}"/>
          </ac:inkMkLst>
        </pc:inkChg>
        <pc:inkChg chg="add del">
          <ac:chgData name="Yuval Marom" userId="fd545a32-0863-490d-bedf-7d4204ff2906" providerId="ADAL" clId="{00FADC2E-C999-4F2C-A5D4-C9FE20687F50}" dt="2023-11-29T04:47:52.869" v="2220" actId="9405"/>
          <ac:inkMkLst>
            <pc:docMk/>
            <pc:sldMk cId="2782313253" sldId="409"/>
            <ac:inkMk id="37" creationId="{AE4D39CE-F79D-D07B-0E40-3FB74D965397}"/>
          </ac:inkMkLst>
        </pc:inkChg>
        <pc:inkChg chg="add">
          <ac:chgData name="Yuval Marom" userId="fd545a32-0863-490d-bedf-7d4204ff2906" providerId="ADAL" clId="{00FADC2E-C999-4F2C-A5D4-C9FE20687F50}" dt="2023-11-29T04:47:55.652" v="2221" actId="9405"/>
          <ac:inkMkLst>
            <pc:docMk/>
            <pc:sldMk cId="2782313253" sldId="409"/>
            <ac:inkMk id="38" creationId="{914B5479-8D47-E85E-CB14-97B90B2B993F}"/>
          </ac:inkMkLst>
        </pc:inkChg>
        <pc:inkChg chg="add">
          <ac:chgData name="Yuval Marom" userId="fd545a32-0863-490d-bedf-7d4204ff2906" providerId="ADAL" clId="{00FADC2E-C999-4F2C-A5D4-C9FE20687F50}" dt="2023-11-29T04:47:57.579" v="2222" actId="9405"/>
          <ac:inkMkLst>
            <pc:docMk/>
            <pc:sldMk cId="2782313253" sldId="409"/>
            <ac:inkMk id="39" creationId="{01D65D05-BAF5-1C92-2219-0D551018F94C}"/>
          </ac:inkMkLst>
        </pc:inkChg>
        <pc:inkChg chg="add">
          <ac:chgData name="Yuval Marom" userId="fd545a32-0863-490d-bedf-7d4204ff2906" providerId="ADAL" clId="{00FADC2E-C999-4F2C-A5D4-C9FE20687F50}" dt="2023-11-29T04:47:58.671" v="2223" actId="9405"/>
          <ac:inkMkLst>
            <pc:docMk/>
            <pc:sldMk cId="2782313253" sldId="409"/>
            <ac:inkMk id="40" creationId="{80D323F0-BC04-C9DF-B933-161B7084EE0B}"/>
          </ac:inkMkLst>
        </pc:inkChg>
        <pc:cxnChg chg="del mod ord">
          <ac:chgData name="Yuval Marom" userId="fd545a32-0863-490d-bedf-7d4204ff2906" providerId="ADAL" clId="{00FADC2E-C999-4F2C-A5D4-C9FE20687F50}" dt="2023-11-29T03:35:33.247" v="1904" actId="478"/>
          <ac:cxnSpMkLst>
            <pc:docMk/>
            <pc:sldMk cId="2782313253" sldId="409"/>
            <ac:cxnSpMk id="13" creationId="{C94520AD-392F-3C25-7011-B26CD58EB4C1}"/>
          </ac:cxnSpMkLst>
        </pc:cxnChg>
      </pc:sldChg>
      <pc:sldChg chg="new del">
        <pc:chgData name="Yuval Marom" userId="fd545a32-0863-490d-bedf-7d4204ff2906" providerId="ADAL" clId="{00FADC2E-C999-4F2C-A5D4-C9FE20687F50}" dt="2023-11-17T00:45:52.987" v="797" actId="680"/>
        <pc:sldMkLst>
          <pc:docMk/>
          <pc:sldMk cId="3519832856" sldId="409"/>
        </pc:sldMkLst>
      </pc:sldChg>
      <pc:sldChg chg="delSp modSp add del mod">
        <pc:chgData name="Yuval Marom" userId="fd545a32-0863-490d-bedf-7d4204ff2906" providerId="ADAL" clId="{00FADC2E-C999-4F2C-A5D4-C9FE20687F50}" dt="2023-11-29T00:28:42.785" v="1098" actId="47"/>
        <pc:sldMkLst>
          <pc:docMk/>
          <pc:sldMk cId="3860856110" sldId="409"/>
        </pc:sldMkLst>
        <pc:spChg chg="mod">
          <ac:chgData name="Yuval Marom" userId="fd545a32-0863-490d-bedf-7d4204ff2906" providerId="ADAL" clId="{00FADC2E-C999-4F2C-A5D4-C9FE20687F50}" dt="2023-11-29T00:11:14.004" v="1039" actId="1076"/>
          <ac:spMkLst>
            <pc:docMk/>
            <pc:sldMk cId="3860856110" sldId="409"/>
            <ac:spMk id="6" creationId="{28C9C235-C6BD-DB59-1D2A-002F0DBEA06B}"/>
          </ac:spMkLst>
        </pc:spChg>
        <pc:spChg chg="mod">
          <ac:chgData name="Yuval Marom" userId="fd545a32-0863-490d-bedf-7d4204ff2906" providerId="ADAL" clId="{00FADC2E-C999-4F2C-A5D4-C9FE20687F50}" dt="2023-11-29T00:11:02.719" v="1038" actId="20577"/>
          <ac:spMkLst>
            <pc:docMk/>
            <pc:sldMk cId="3860856110" sldId="409"/>
            <ac:spMk id="49" creationId="{4F4334FE-4CD7-5B42-B1C7-DB0EE56BB607}"/>
          </ac:spMkLst>
        </pc:spChg>
        <pc:picChg chg="del">
          <ac:chgData name="Yuval Marom" userId="fd545a32-0863-490d-bedf-7d4204ff2906" providerId="ADAL" clId="{00FADC2E-C999-4F2C-A5D4-C9FE20687F50}" dt="2023-11-17T00:45:58.837" v="799" actId="478"/>
          <ac:picMkLst>
            <pc:docMk/>
            <pc:sldMk cId="3860856110" sldId="409"/>
            <ac:picMk id="4" creationId="{F7DBC067-E04E-8DC8-0FA5-3EA3653B566C}"/>
          </ac:picMkLst>
        </pc:picChg>
      </pc:sldChg>
      <pc:sldChg chg="addSp delSp modSp add mod">
        <pc:chgData name="Yuval Marom" userId="fd545a32-0863-490d-bedf-7d4204ff2906" providerId="ADAL" clId="{00FADC2E-C999-4F2C-A5D4-C9FE20687F50}" dt="2023-11-29T04:49:09.062" v="2235" actId="9405"/>
        <pc:sldMkLst>
          <pc:docMk/>
          <pc:sldMk cId="651177981" sldId="410"/>
        </pc:sldMkLst>
        <pc:spChg chg="mod">
          <ac:chgData name="Yuval Marom" userId="fd545a32-0863-490d-bedf-7d4204ff2906" providerId="ADAL" clId="{00FADC2E-C999-4F2C-A5D4-C9FE20687F50}" dt="2023-11-29T03:41:58.532" v="2198" actId="207"/>
          <ac:spMkLst>
            <pc:docMk/>
            <pc:sldMk cId="651177981" sldId="410"/>
            <ac:spMk id="10" creationId="{20D50076-BD99-C525-1B11-57AD7B7D1D0A}"/>
          </ac:spMkLst>
        </pc:spChg>
        <pc:spChg chg="mod">
          <ac:chgData name="Yuval Marom" userId="fd545a32-0863-490d-bedf-7d4204ff2906" providerId="ADAL" clId="{00FADC2E-C999-4F2C-A5D4-C9FE20687F50}" dt="2023-11-29T03:41:41.849" v="2196" actId="1076"/>
          <ac:spMkLst>
            <pc:docMk/>
            <pc:sldMk cId="651177981" sldId="410"/>
            <ac:spMk id="14" creationId="{A2AC798C-B15D-CDEC-2BCF-8348B95282EB}"/>
          </ac:spMkLst>
        </pc:spChg>
        <pc:spChg chg="del">
          <ac:chgData name="Yuval Marom" userId="fd545a32-0863-490d-bedf-7d4204ff2906" providerId="ADAL" clId="{00FADC2E-C999-4F2C-A5D4-C9FE20687F50}" dt="2023-11-29T03:41:03.019" v="2102" actId="478"/>
          <ac:spMkLst>
            <pc:docMk/>
            <pc:sldMk cId="651177981" sldId="410"/>
            <ac:spMk id="18" creationId="{8658532F-68E0-0E2C-60C1-68A428B96E0A}"/>
          </ac:spMkLst>
        </pc:spChg>
        <pc:spChg chg="mod">
          <ac:chgData name="Yuval Marom" userId="fd545a32-0863-490d-bedf-7d4204ff2906" providerId="ADAL" clId="{00FADC2E-C999-4F2C-A5D4-C9FE20687F50}" dt="2023-11-29T03:41:58.532" v="2198" actId="207"/>
          <ac:spMkLst>
            <pc:docMk/>
            <pc:sldMk cId="651177981" sldId="410"/>
            <ac:spMk id="19" creationId="{768BD317-907A-B26D-3278-FFC1A6D0A443}"/>
          </ac:spMkLst>
        </pc:spChg>
        <pc:spChg chg="mod">
          <ac:chgData name="Yuval Marom" userId="fd545a32-0863-490d-bedf-7d4204ff2906" providerId="ADAL" clId="{00FADC2E-C999-4F2C-A5D4-C9FE20687F50}" dt="2023-11-29T03:39:51.513" v="2085" actId="20577"/>
          <ac:spMkLst>
            <pc:docMk/>
            <pc:sldMk cId="651177981" sldId="410"/>
            <ac:spMk id="49" creationId="{4F4334FE-4CD7-5B42-B1C7-DB0EE56BB607}"/>
          </ac:spMkLst>
        </pc:spChg>
        <pc:picChg chg="add mod">
          <ac:chgData name="Yuval Marom" userId="fd545a32-0863-490d-bedf-7d4204ff2906" providerId="ADAL" clId="{00FADC2E-C999-4F2C-A5D4-C9FE20687F50}" dt="2023-11-29T04:48:17.316" v="2225" actId="1076"/>
          <ac:picMkLst>
            <pc:docMk/>
            <pc:sldMk cId="651177981" sldId="410"/>
            <ac:picMk id="4" creationId="{E759F48B-6639-B02E-C7E4-0305BC6B9619}"/>
          </ac:picMkLst>
        </pc:picChg>
        <pc:picChg chg="del mod">
          <ac:chgData name="Yuval Marom" userId="fd545a32-0863-490d-bedf-7d4204ff2906" providerId="ADAL" clId="{00FADC2E-C999-4F2C-A5D4-C9FE20687F50}" dt="2023-11-29T03:39:55.771" v="2087" actId="478"/>
          <ac:picMkLst>
            <pc:docMk/>
            <pc:sldMk cId="651177981" sldId="410"/>
            <ac:picMk id="8" creationId="{93E32F99-68AE-5CF0-3431-963BCAD8EA10}"/>
          </ac:picMkLst>
        </pc:picChg>
        <pc:picChg chg="add mod">
          <ac:chgData name="Yuval Marom" userId="fd545a32-0863-490d-bedf-7d4204ff2906" providerId="ADAL" clId="{00FADC2E-C999-4F2C-A5D4-C9FE20687F50}" dt="2023-11-29T03:41:13.161" v="2107" actId="14100"/>
          <ac:picMkLst>
            <pc:docMk/>
            <pc:sldMk cId="651177981" sldId="410"/>
            <ac:picMk id="9" creationId="{B75ED0BD-630B-AC61-4E24-272B490215C3}"/>
          </ac:picMkLst>
        </pc:picChg>
        <pc:picChg chg="del mod">
          <ac:chgData name="Yuval Marom" userId="fd545a32-0863-490d-bedf-7d4204ff2906" providerId="ADAL" clId="{00FADC2E-C999-4F2C-A5D4-C9FE20687F50}" dt="2023-11-29T03:39:55.771" v="2087" actId="478"/>
          <ac:picMkLst>
            <pc:docMk/>
            <pc:sldMk cId="651177981" sldId="410"/>
            <ac:picMk id="15" creationId="{619FD98A-0888-F1B6-DD4A-898E7B5303DF}"/>
          </ac:picMkLst>
        </pc:picChg>
        <pc:picChg chg="del">
          <ac:chgData name="Yuval Marom" userId="fd545a32-0863-490d-bedf-7d4204ff2906" providerId="ADAL" clId="{00FADC2E-C999-4F2C-A5D4-C9FE20687F50}" dt="2023-11-29T03:39:55.771" v="2087" actId="478"/>
          <ac:picMkLst>
            <pc:docMk/>
            <pc:sldMk cId="651177981" sldId="410"/>
            <ac:picMk id="17" creationId="{4DF426F2-69BB-EA35-2E31-E6C0F70C43CD}"/>
          </ac:picMkLst>
        </pc:picChg>
        <pc:inkChg chg="add">
          <ac:chgData name="Yuval Marom" userId="fd545a32-0863-490d-bedf-7d4204ff2906" providerId="ADAL" clId="{00FADC2E-C999-4F2C-A5D4-C9FE20687F50}" dt="2023-11-29T04:48:51.607" v="2226" actId="9405"/>
          <ac:inkMkLst>
            <pc:docMk/>
            <pc:sldMk cId="651177981" sldId="410"/>
            <ac:inkMk id="11" creationId="{0785C23D-A8F7-D8F4-0D5C-A6B1DE10504D}"/>
          </ac:inkMkLst>
        </pc:inkChg>
        <pc:inkChg chg="add">
          <ac:chgData name="Yuval Marom" userId="fd545a32-0863-490d-bedf-7d4204ff2906" providerId="ADAL" clId="{00FADC2E-C999-4F2C-A5D4-C9FE20687F50}" dt="2023-11-29T04:48:54.414" v="2227" actId="9405"/>
          <ac:inkMkLst>
            <pc:docMk/>
            <pc:sldMk cId="651177981" sldId="410"/>
            <ac:inkMk id="13" creationId="{E0EA76CF-4B8A-FF45-7025-CB414D3FBE10}"/>
          </ac:inkMkLst>
        </pc:inkChg>
        <pc:inkChg chg="add">
          <ac:chgData name="Yuval Marom" userId="fd545a32-0863-490d-bedf-7d4204ff2906" providerId="ADAL" clId="{00FADC2E-C999-4F2C-A5D4-C9FE20687F50}" dt="2023-11-29T04:48:56.817" v="2228" actId="9405"/>
          <ac:inkMkLst>
            <pc:docMk/>
            <pc:sldMk cId="651177981" sldId="410"/>
            <ac:inkMk id="16" creationId="{646FE101-9896-5F39-B380-A42BFF194DA4}"/>
          </ac:inkMkLst>
        </pc:inkChg>
        <pc:inkChg chg="add">
          <ac:chgData name="Yuval Marom" userId="fd545a32-0863-490d-bedf-7d4204ff2906" providerId="ADAL" clId="{00FADC2E-C999-4F2C-A5D4-C9FE20687F50}" dt="2023-11-29T04:48:59.458" v="2229" actId="9405"/>
          <ac:inkMkLst>
            <pc:docMk/>
            <pc:sldMk cId="651177981" sldId="410"/>
            <ac:inkMk id="20" creationId="{BAD6EAA0-98AE-385A-0FD2-00B549524A16}"/>
          </ac:inkMkLst>
        </pc:inkChg>
        <pc:inkChg chg="add">
          <ac:chgData name="Yuval Marom" userId="fd545a32-0863-490d-bedf-7d4204ff2906" providerId="ADAL" clId="{00FADC2E-C999-4F2C-A5D4-C9FE20687F50}" dt="2023-11-29T04:49:00.770" v="2230" actId="9405"/>
          <ac:inkMkLst>
            <pc:docMk/>
            <pc:sldMk cId="651177981" sldId="410"/>
            <ac:inkMk id="21" creationId="{6BEB7490-3DAF-5995-F32B-89D38A389C58}"/>
          </ac:inkMkLst>
        </pc:inkChg>
        <pc:inkChg chg="add">
          <ac:chgData name="Yuval Marom" userId="fd545a32-0863-490d-bedf-7d4204ff2906" providerId="ADAL" clId="{00FADC2E-C999-4F2C-A5D4-C9FE20687F50}" dt="2023-11-29T04:49:03.373" v="2231" actId="9405"/>
          <ac:inkMkLst>
            <pc:docMk/>
            <pc:sldMk cId="651177981" sldId="410"/>
            <ac:inkMk id="22" creationId="{2D812521-09F1-FAE5-CB30-BA357893A844}"/>
          </ac:inkMkLst>
        </pc:inkChg>
        <pc:inkChg chg="add">
          <ac:chgData name="Yuval Marom" userId="fd545a32-0863-490d-bedf-7d4204ff2906" providerId="ADAL" clId="{00FADC2E-C999-4F2C-A5D4-C9FE20687F50}" dt="2023-11-29T04:49:04.690" v="2232" actId="9405"/>
          <ac:inkMkLst>
            <pc:docMk/>
            <pc:sldMk cId="651177981" sldId="410"/>
            <ac:inkMk id="23" creationId="{4FD6DA0B-54E0-3B43-26E3-B82F41F8F273}"/>
          </ac:inkMkLst>
        </pc:inkChg>
        <pc:inkChg chg="add">
          <ac:chgData name="Yuval Marom" userId="fd545a32-0863-490d-bedf-7d4204ff2906" providerId="ADAL" clId="{00FADC2E-C999-4F2C-A5D4-C9FE20687F50}" dt="2023-11-29T04:49:06.216" v="2233" actId="9405"/>
          <ac:inkMkLst>
            <pc:docMk/>
            <pc:sldMk cId="651177981" sldId="410"/>
            <ac:inkMk id="24" creationId="{D605311C-9602-34CF-993A-696DFA3DBE99}"/>
          </ac:inkMkLst>
        </pc:inkChg>
        <pc:inkChg chg="add">
          <ac:chgData name="Yuval Marom" userId="fd545a32-0863-490d-bedf-7d4204ff2906" providerId="ADAL" clId="{00FADC2E-C999-4F2C-A5D4-C9FE20687F50}" dt="2023-11-29T04:49:07.492" v="2234" actId="9405"/>
          <ac:inkMkLst>
            <pc:docMk/>
            <pc:sldMk cId="651177981" sldId="410"/>
            <ac:inkMk id="25" creationId="{C86BC9AC-CA74-0C97-46CF-E8DE37DA68E7}"/>
          </ac:inkMkLst>
        </pc:inkChg>
        <pc:inkChg chg="add">
          <ac:chgData name="Yuval Marom" userId="fd545a32-0863-490d-bedf-7d4204ff2906" providerId="ADAL" clId="{00FADC2E-C999-4F2C-A5D4-C9FE20687F50}" dt="2023-11-29T04:49:09.062" v="2235" actId="9405"/>
          <ac:inkMkLst>
            <pc:docMk/>
            <pc:sldMk cId="651177981" sldId="410"/>
            <ac:inkMk id="26" creationId="{3EE78912-0798-2800-5008-79AA144C0AB1}"/>
          </ac:inkMkLst>
        </pc:inkChg>
        <pc:cxnChg chg="del">
          <ac:chgData name="Yuval Marom" userId="fd545a32-0863-490d-bedf-7d4204ff2906" providerId="ADAL" clId="{00FADC2E-C999-4F2C-A5D4-C9FE20687F50}" dt="2023-11-29T03:40:01.071" v="2088" actId="478"/>
          <ac:cxnSpMkLst>
            <pc:docMk/>
            <pc:sldMk cId="651177981" sldId="410"/>
            <ac:cxnSpMk id="6" creationId="{FCD04312-4A7D-50CC-90C7-5636A7A10305}"/>
          </ac:cxnSpMkLst>
        </pc:cxnChg>
        <pc:cxnChg chg="del">
          <ac:chgData name="Yuval Marom" userId="fd545a32-0863-490d-bedf-7d4204ff2906" providerId="ADAL" clId="{00FADC2E-C999-4F2C-A5D4-C9FE20687F50}" dt="2023-11-29T03:40:01.071" v="2088" actId="478"/>
          <ac:cxnSpMkLst>
            <pc:docMk/>
            <pc:sldMk cId="651177981" sldId="410"/>
            <ac:cxnSpMk id="12" creationId="{558897DA-81BF-515A-604D-644B88819030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02.05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27,'12'-5,"0"0,1 1,0 1,0 0,0 1,25-2,86 5,-57 1,1876-1,-1721 10,9 1,482-13,-683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06.53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23,'3'-2,"1"0,-1 0,1 1,-1 0,1-1,0 1,-1 0,1 1,0-1,0 1,0-1,5 2,4-2,69-6,130 6,-162 4,-1 3,0 2,93 26,-81-16,2-3,0-3,0-2,69 1,256-14,-247-8,44-1,467 13,-603 1,53 10,-33-3,-55-7,0 1,0 1,19 6,-22-5,0-1,0-1,1 0,-1-1,1 0,19 0,24-7,-1-2,1-3,78-25,-36 9,-51 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12.16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0 119,'25'-1,"1"-2,-1 0,30-9,31-5,339-21,-13 3,-296 26,166 8,-121 4,1350-3,-1484 0,1 1,-1 1,0 1,30 8,-8 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26.12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1 172,'204'2,"220"-5,-344-5,122-27,-61 7,1 5,278-6,-354 30,-17 1,1-2,-1-2,0-2,0-2,74-19,-111 21,0 1,0 1,0 0,1 1,-1 0,0 1,1 0,-1 1,0 0,0 1,0 0,15 6,119 15,-39-7,-6-2,0-3,1-5,109-8,-117-6,-66 4,-1 2,1 0,0 2,0 1,-1 1,51 11,-76-13,0 0,0 1,0-1,0 1,0 0,0-1,-1 1,1 0,0 0,0 0,-1 0,1 1,-1-1,1 0,1 2,-3-2,0 0,0-1,0 1,0-1,0 1,-1-1,1 1,0 0,0-1,0 1,-1-1,1 1,0-1,0 1,-1-1,1 1,0-1,-1 1,1-1,-1 0,1 1,-1-1,1 1,-1-1,1 0,-1 0,1 1,-1-1,1 0,-1 0,0 1,-10 3,1 0,-1-1,-19 4,-41 4,-100 2,-58 8,130-6,-134 3,-101-18,144-2,169 1,1-2,0 0,0-2,0 0,0-1,-36-16,37 13,-1 2,0 0,-1 1,1 1,-1 0,-30-1,-160 5,-222-13,227-4,170 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37.77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1 142,'0'-1,"1"0,-1 1,1-1,-1 0,1 0,0 1,-1-1,1 0,0 1,0-1,-1 0,1 1,0-1,0 1,0 0,0-1,0 1,0 0,0-1,0 1,0 0,-1 0,1 0,2 0,29-4,-28 4,462-21,-448 20,1-1,-1-1,0-1,0-1,0 0,20-10,-15 6,0 1,47-9,61 0,179-1,291 33,-324 10,-195-16,135 16,-192-19,-1 1,0 0,37 19,19 6,-41-19,-22-7,-1 0,1-1,0-1,0 0,0-2,20 2,22-3,-16 0,0-1,54-7,-92 6,1-1,-1 1,0-1,1 0,-1 0,0-1,9-5,0-2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38.72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2377 91,'-203'2,"-315"-12,271-28,150 20,-113-6,140 22,0 2,0 4,0 2,-78 19,-92 11,5-1,210-28,0 1,0 2,-38 21,33-17,-1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39.58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81,'0'-1,"1"0,-1 0,1 0,-1 0,1 0,-1 0,1 0,0 0,0 0,0 1,-1-1,1 0,0 0,0 1,0-1,0 0,0 1,0-1,0 1,0 0,1-1,-1 1,2-1,32-6,-32 6,60-6,0 2,97 5,-66 2,582-25,-352 1,406 26,-469 4,-220-8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40.86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78,'217'-14,"-48"12,-65 3,0-5,196-32,-230 26,0 2,0 4,115 7,-53 0,478-3,-566 3,-1 1,73 18,-26-5,-62-12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42.37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0,'1475'0,"-1421"3,84 14,-50-4,-63-11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43.7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55,'6'0,"11"0,8 0,13 0,11-3,18-1,17-3,4-3,7 0,-4 2,-16 2,-16 2,-16 2,-9 1,-4 1,-7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55.65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0,'47'13,"1"-3,96 9,-88-14,99 22,-117-19,0-2,1-2,-1-2,73-4,-58-1,93 10,-103-1,34 4,107 2,-138-12,9 1,0-3,0-2,106-21,-94 7,0 4,2 3,0 2,104 2,-58 8,421-2,-501-2,-10-1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57.57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3,'285'-2,"298"5,-430 14,-103-9,87 2,-111-10,-1 1,0 1,0 1,0 1,29 8,-18-4,0-3,1-1,0-2,0-1,45-5,12 1,597 3,-676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7:58.67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 71,'-1'0,"1"0,0-1,0 1,-1 0,1 0,0-1,0 1,0 0,-1 0,1-1,0 1,0 0,0-1,0 1,0 0,0-1,0 1,0 0,0-1,0 1,0 0,0-1,0 1,0 0,0-1,0 1,0 0,0-1,0 1,0 0,0-1,1 1,-1 0,0-1,0 1,1 0,13-9,25-1,-36 9,66-13,0 4,1 2,0 3,0 3,76 8,-77 1,-43-4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8:51.60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1,'386'11,"6"0,-329-12,-22-1,-1 2,1 2,-1 1,67 15,-53-7,-1-3,1-2,1-3,101-6,-48 0,2 3,183 24,-164-11,201-7,-266-6,-19-1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8:54.41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18,'303'1,"319"-2,-473-8,-95 4,-1 2,1 3,81 9,-77 0,22 5,-1-3,102 0,-161-10,0 1,-1 0,1 2,24 8,1-1,-14-4,8 3,0-2,1-2,54 2,-76-8,61 0,84 11,-121-8,-1-2,1-2,65-9,-45 3,-46 4,-4-1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8:56.81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1 191,'0'-2,"0"0,1-1,-1 1,1 0,0 0,0-1,0 1,0 0,0 0,1 0,-1 0,1 0,-1 1,1-1,-1 0,1 1,0-1,0 1,3-2,44-23,-45 24,22-9,0 2,0 2,1 0,-1 1,39-2,142 0,-150 7,192 3,-117 2,1-6,214-31,-230 18,1 5,194 9,-103 3,81-12,249 7,-513 6,0 1,42 14,-33-8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8:59.4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1 126,'520'-10,"-288"3,-125 3,0-4,148-33,-181 27,2 4,0 3,113 3,224 41,34 6,-423-39,1 1,-1 2,25 9,-25-10,-1-2,1 0,-1-2,1-1,0 0,38-6,9 2,-42 5,-22-1,0 0,1-1,-1 0,0 0,0 0,0-1,0 0,0 0,0-1,0 1,13-7,-20 8,0-1,1 1,-1 0,0-1,0 1,0-1,0 1,1 0,-1-1,0 1,0-1,0 1,0-1,0 1,0-1,0 1,0 0,0-1,-1 1,1-1,0 1,0-1,0 1,0 0,-1-1,1 1,0-1,0 1,-1 0,1-1,0 1,0 0,-1 0,1-1,-1 1,1 0,0-1,-1 1,1 0,0 0,-1 0,1 0,-1-1,1 1,-1 0,1 0,0 0,-1 0,1 0,-1 0,0 0,-29-9,28 8,-53-14,-143-30,184 43,-1 0,1-1,0 0,-25-10,38 13,1 0,0 0,0 0,-1 0,1 0,0 0,0 0,-1-1,1 1,0 0,0 0,0 0,-1 0,1 0,0 0,0-1,-1 1,1 0,0 0,0 0,0 0,0-1,0 1,-1 0,1 0,0 0,0-1,0 1,0 0,0 0,0-1,0 1,0 0,0 0,0-1,0 1,0 0,0 0,0-1,0 1,0 0,0 0,0-1,0 1,0 0,14-6,21 1,148 0,-147 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9:00.7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0,'5'4,"1"-1,0 0,0 0,1 0,-1-1,1 0,-1 0,1 0,8 0,3 2,76 15,129 10,98-10,-248-16,379-12,-154-5,-264 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9:03.37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10,'320'2,"348"-4,-555-4,-55 2,96 7,36 6,-107-7,127 20,-132-10,0-3,111-2,-83-4,137 20,75 8,-266-24,0-1,1-3,-1-2,1-3,-1-2,0-2,0-2,-1-2,54-20,-64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9:04.68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1 105,'0'0,"0"-1,-1 1,1 0,0-1,0 1,0-1,0 1,0 0,1-1,-1 1,0 0,0-1,0 1,0-1,0 1,0 0,1-1,-1 1,0 0,0-1,0 1,1 0,-1 0,0-1,1 1,-1 0,0 0,0-1,1 1,-1 0,0 0,1 0,-1 0,1-1,-1 1,0 0,1 0,-1 0,0 0,1 0,-1 0,1 0,-1 0,1 0,24-7,-22 7,88-19,120-8,99 9,-155 11,-128 5,139-8,-1 6,179 21,-61 1,16 2,147 13,-423-33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9:06.2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0,'24'6,"0"-2,0-1,0 0,1-2,28-2,3 0,672 4,-421-4,-263 3,80 15,9 0,212 1,-302-13,0 1,0 2,43 14,60 12,8-19,-120-14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9:07.49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1 161,'919'-18,"-852"19,0 0,0-2,-1-3,96-18,-29-3,-111 17,-22 8,0 0,0-1,0 1,0 0,0-1,0 1,0 0,0-1,0 1,0 0,0 0,0-1,0 1,0 0,0-1,-1 1,1 0,0 0,0-1,0 1,0 0,-1 0,1-1,0 1,0 0,-1 0,1 0,0-1,0 1,-1 0,1 0,0 0,0 0,-1 0,1 0,0 0,-1-1,-44-12,-109-12,-228-8,-162 29,315 5,212-1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9T04:49:09.06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1 102,'17'-1,"1"-1,-1-1,1-1,-1-1,0 0,32-15,-27 11,1 0,0 2,27-6,24 5,0 4,99 5,38 0,-143-12,-53 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47089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47089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/>
            </a:lvl1pPr>
          </a:lstStyle>
          <a:p>
            <a:fld id="{61755807-3250-0F44-879F-5C05F7BD183F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2063" y="1173163"/>
            <a:ext cx="4575175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192" tIns="47096" rIns="94192" bIns="4709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516676"/>
            <a:ext cx="5679440" cy="3695462"/>
          </a:xfrm>
          <a:prstGeom prst="rect">
            <a:avLst/>
          </a:prstGeom>
        </p:spPr>
        <p:txBody>
          <a:bodyPr vert="horz" lIns="94192" tIns="47096" rIns="94192" bIns="4709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4407"/>
            <a:ext cx="3076363" cy="470894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8914407"/>
            <a:ext cx="3076363" cy="470894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/>
            </a:lvl1pPr>
          </a:lstStyle>
          <a:p>
            <a:fld id="{43867C10-6E1F-3247-BBA9-40E6D7518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3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44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5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5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3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01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28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93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50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67C10-6E1F-3247-BBA9-40E6D75181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3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9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5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42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5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8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5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1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4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6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B7993-96AD-3F42-9241-09DB2B696FE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6FCBA-01CE-3F46-8831-5769CCFD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6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" Type="http://schemas.openxmlformats.org/officeDocument/2006/relationships/image" Target="../media/image3.jpe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3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24" Type="http://schemas.openxmlformats.org/officeDocument/2006/relationships/customXml" Target="../ink/ink9.xml"/><Relationship Id="rId32" Type="http://schemas.openxmlformats.org/officeDocument/2006/relationships/customXml" Target="../ink/ink13.xml"/><Relationship Id="rId5" Type="http://schemas.openxmlformats.org/officeDocument/2006/relationships/image" Target="../media/image7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1.xml"/><Relationship Id="rId10" Type="http://schemas.openxmlformats.org/officeDocument/2006/relationships/customXml" Target="../ink/ink2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19.png"/><Relationship Id="rId30" Type="http://schemas.openxmlformats.org/officeDocument/2006/relationships/customXml" Target="../ink/ink12.xml"/><Relationship Id="rId8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17.xml"/><Relationship Id="rId18" Type="http://schemas.openxmlformats.org/officeDocument/2006/relationships/image" Target="../media/image30.png"/><Relationship Id="rId26" Type="http://schemas.openxmlformats.org/officeDocument/2006/relationships/image" Target="../media/image34.png"/><Relationship Id="rId3" Type="http://schemas.openxmlformats.org/officeDocument/2006/relationships/image" Target="../media/image3.jpeg"/><Relationship Id="rId21" Type="http://schemas.openxmlformats.org/officeDocument/2006/relationships/customXml" Target="../ink/ink21.xml"/><Relationship Id="rId7" Type="http://schemas.openxmlformats.org/officeDocument/2006/relationships/customXml" Target="../ink/ink14.xml"/><Relationship Id="rId12" Type="http://schemas.openxmlformats.org/officeDocument/2006/relationships/image" Target="../media/image27.png"/><Relationship Id="rId17" Type="http://schemas.openxmlformats.org/officeDocument/2006/relationships/customXml" Target="../ink/ink19.xml"/><Relationship Id="rId25" Type="http://schemas.openxmlformats.org/officeDocument/2006/relationships/customXml" Target="../ink/ink23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16.xml"/><Relationship Id="rId24" Type="http://schemas.openxmlformats.org/officeDocument/2006/relationships/image" Target="../media/image33.png"/><Relationship Id="rId5" Type="http://schemas.openxmlformats.org/officeDocument/2006/relationships/image" Target="../media/image23.png"/><Relationship Id="rId15" Type="http://schemas.openxmlformats.org/officeDocument/2006/relationships/customXml" Target="../ink/ink18.xml"/><Relationship Id="rId23" Type="http://schemas.openxmlformats.org/officeDocument/2006/relationships/customXml" Target="../ink/ink22.xml"/><Relationship Id="rId10" Type="http://schemas.openxmlformats.org/officeDocument/2006/relationships/image" Target="../media/image26.png"/><Relationship Id="rId19" Type="http://schemas.openxmlformats.org/officeDocument/2006/relationships/customXml" Target="../ink/ink20.xml"/><Relationship Id="rId4" Type="http://schemas.openxmlformats.org/officeDocument/2006/relationships/image" Target="../media/image4.png"/><Relationship Id="rId9" Type="http://schemas.openxmlformats.org/officeDocument/2006/relationships/customXml" Target="../ink/ink15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AA297D-8638-4447-BCB0-9F00A2344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05000" y="0"/>
            <a:ext cx="13716000" cy="685800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BF2DA9-4AAF-6D49-BF35-4480B6A4F6C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765" y="579691"/>
            <a:ext cx="3430411" cy="17060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826985-33B1-1649-85F4-FF4CE7CA0CF1}"/>
              </a:ext>
            </a:extLst>
          </p:cNvPr>
          <p:cNvSpPr txBox="1"/>
          <p:nvPr/>
        </p:nvSpPr>
        <p:spPr>
          <a:xfrm>
            <a:off x="5283645" y="3829428"/>
            <a:ext cx="4299091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Lifecycle model update</a:t>
            </a:r>
          </a:p>
          <a:p>
            <a:pPr algn="r"/>
            <a:endParaRPr lang="en-US" sz="2400" dirty="0">
              <a:solidFill>
                <a:schemeClr val="bg1"/>
              </a:solidFill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</a:rPr>
              <a:t>November 2023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Shape 53">
            <a:extLst>
              <a:ext uri="{FF2B5EF4-FFF2-40B4-BE49-F238E27FC236}">
                <a16:creationId xmlns:a16="http://schemas.microsoft.com/office/drawing/2014/main" id="{FABE0795-08A9-4D42-B728-AE1541D9A36F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v="urn:schemas-microsoft-com:mac:vml" xmlns:mc="http://schemas.openxmlformats.org/markup-compatibility/2006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solidFill>
                  <a:schemeClr val="bg1"/>
                </a:solidFill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solidFill>
                <a:schemeClr val="bg1"/>
              </a:solidFill>
              <a:latin typeface="+mn-l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98852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5817502" y="639936"/>
            <a:ext cx="298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Lifecycle model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9C235-C6BD-DB59-1D2A-002F0DBEA06B}"/>
              </a:ext>
            </a:extLst>
          </p:cNvPr>
          <p:cNvSpPr txBox="1"/>
          <p:nvPr/>
        </p:nvSpPr>
        <p:spPr>
          <a:xfrm>
            <a:off x="604008" y="3822197"/>
            <a:ext cx="77286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General idea: measure “effort” at certain milestones and see if they’re predictive of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When is a good time to expect such milestones? Week 2? 4? 8? 20? (we can see what the data says…)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Using timesheet data (cost &amp; duration) to estimate “effort”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Categorise effort at high level, </a:t>
            </a:r>
            <a:r>
              <a:rPr lang="en-AU" sz="1600" dirty="0" err="1"/>
              <a:t>eg</a:t>
            </a:r>
            <a:r>
              <a:rPr lang="en-AU" sz="1600" dirty="0"/>
              <a:t> “assessment”, “travel”,  “communication”, “other”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But ideally categorise more granularly, </a:t>
            </a:r>
            <a:r>
              <a:rPr lang="en-AU" sz="1600" dirty="0" err="1"/>
              <a:t>eg</a:t>
            </a:r>
            <a:r>
              <a:rPr lang="en-AU" sz="1600" dirty="0"/>
              <a:t> “GP”, “Physio”, “Psych”, etc…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BC067-E04E-8DC8-0FA5-3EA3653B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71760"/>
            <a:ext cx="9906000" cy="134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5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6190745" y="639936"/>
            <a:ext cx="2616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Modeling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9C235-C6BD-DB59-1D2A-002F0DBEA06B}"/>
              </a:ext>
            </a:extLst>
          </p:cNvPr>
          <p:cNvSpPr txBox="1"/>
          <p:nvPr/>
        </p:nvSpPr>
        <p:spPr>
          <a:xfrm>
            <a:off x="159392" y="4652649"/>
            <a:ext cx="51760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Build a separate model for each milestone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Taking into account everything up to that milestone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Predicting whether there will be a positive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Comparing the prediction with the original upfront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Specifically looking for any impact from the “effort” since referral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Also comparing the milestones to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FA0E7-9E12-A22F-82C5-9FC154991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84050"/>
            <a:ext cx="9906000" cy="2967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EFB04E-DCDF-A9BF-5CF0-EDD9E10EAE74}"/>
              </a:ext>
            </a:extLst>
          </p:cNvPr>
          <p:cNvSpPr txBox="1"/>
          <p:nvPr/>
        </p:nvSpPr>
        <p:spPr>
          <a:xfrm>
            <a:off x="5505557" y="4672979"/>
            <a:ext cx="4241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Conclusions from Nov/Dec 2022: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There's always an impact from using the effort to predict the outcome! </a:t>
            </a:r>
            <a:r>
              <a:rPr lang="en-US" sz="1400" dirty="0" err="1"/>
              <a:t>ie</a:t>
            </a:r>
            <a:r>
              <a:rPr lang="en-US" sz="1400" dirty="0"/>
              <a:t> at every milestone.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is the biggest impact varies between the low-risk vs high-risk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Also the factors are different between the groups and the milestones</a:t>
            </a:r>
            <a:endParaRPr lang="en-A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16451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4881926" y="639936"/>
            <a:ext cx="392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Factors for the lifecycle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50076-BD99-C525-1B11-57AD7B7D1D0A}"/>
              </a:ext>
            </a:extLst>
          </p:cNvPr>
          <p:cNvSpPr txBox="1"/>
          <p:nvPr/>
        </p:nvSpPr>
        <p:spPr>
          <a:xfrm>
            <a:off x="1994182" y="1448036"/>
            <a:ext cx="90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Week-2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C798C-B15D-CDEC-2BCF-8348B95282EB}"/>
              </a:ext>
            </a:extLst>
          </p:cNvPr>
          <p:cNvSpPr txBox="1"/>
          <p:nvPr/>
        </p:nvSpPr>
        <p:spPr>
          <a:xfrm>
            <a:off x="347499" y="4790691"/>
            <a:ext cx="27843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C00000"/>
                </a:solidFill>
              </a:rPr>
              <a:t>Assessment effort is important in the early few weeks, then travel and general case management (“other”) become important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D04312-4A7D-50CC-90C7-5636A7A10305}"/>
              </a:ext>
            </a:extLst>
          </p:cNvPr>
          <p:cNvCxnSpPr>
            <a:cxnSpLocks/>
          </p:cNvCxnSpPr>
          <p:nvPr/>
        </p:nvCxnSpPr>
        <p:spPr>
          <a:xfrm>
            <a:off x="3145872" y="5105416"/>
            <a:ext cx="1325460" cy="2930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8897DA-81BF-515A-604D-644B88819030}"/>
              </a:ext>
            </a:extLst>
          </p:cNvPr>
          <p:cNvCxnSpPr>
            <a:cxnSpLocks/>
          </p:cNvCxnSpPr>
          <p:nvPr/>
        </p:nvCxnSpPr>
        <p:spPr>
          <a:xfrm>
            <a:off x="3145872" y="5105416"/>
            <a:ext cx="1241570" cy="10017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58532F-68E0-0E2C-60C1-68A428B96E0A}"/>
              </a:ext>
            </a:extLst>
          </p:cNvPr>
          <p:cNvSpPr txBox="1"/>
          <p:nvPr/>
        </p:nvSpPr>
        <p:spPr>
          <a:xfrm>
            <a:off x="5612938" y="2263165"/>
            <a:ext cx="90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Week-4</a:t>
            </a:r>
          </a:p>
        </p:txBody>
      </p:sp>
      <p:pic>
        <p:nvPicPr>
          <p:cNvPr id="8" name="Picture 7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93E32F99-68AE-5CF0-3431-963BCAD8E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22981" y="1797591"/>
            <a:ext cx="6660859" cy="2509977"/>
          </a:xfrm>
          <a:prstGeom prst="rect">
            <a:avLst/>
          </a:prstGeom>
        </p:spPr>
      </p:pic>
      <p:pic>
        <p:nvPicPr>
          <p:cNvPr id="15" name="Picture 14" descr="A graph with blue and white text&#10;&#10;Description automatically generated">
            <a:extLst>
              <a:ext uri="{FF2B5EF4-FFF2-40B4-BE49-F238E27FC236}">
                <a16:creationId xmlns:a16="http://schemas.microsoft.com/office/drawing/2014/main" id="{619FD98A-0888-F1B6-DD4A-898E7B530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971" y="2707415"/>
            <a:ext cx="5398408" cy="2601566"/>
          </a:xfrm>
          <a:prstGeom prst="rect">
            <a:avLst/>
          </a:prstGeom>
        </p:spPr>
      </p:pic>
      <p:pic>
        <p:nvPicPr>
          <p:cNvPr id="17" name="Picture 16" descr="A graph with blue and white lines&#10;&#10;Description automatically generated">
            <a:extLst>
              <a:ext uri="{FF2B5EF4-FFF2-40B4-BE49-F238E27FC236}">
                <a16:creationId xmlns:a16="http://schemas.microsoft.com/office/drawing/2014/main" id="{4DF426F2-69BB-EA35-2E31-E6C0F70C43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5479" y="4223406"/>
            <a:ext cx="6844018" cy="25789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8BD317-907A-B26D-3278-FFC1A6D0A443}"/>
              </a:ext>
            </a:extLst>
          </p:cNvPr>
          <p:cNvSpPr txBox="1"/>
          <p:nvPr/>
        </p:nvSpPr>
        <p:spPr>
          <a:xfrm>
            <a:off x="7668130" y="3868488"/>
            <a:ext cx="90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Week-8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0561ED2-00C1-F11C-D90A-C07EE821082C}"/>
                  </a:ext>
                </a:extLst>
              </p14:cNvPr>
              <p14:cNvContentPartPr/>
              <p14:nvPr/>
            </p14:nvContentPartPr>
            <p14:xfrm>
              <a:off x="1115508" y="1986427"/>
              <a:ext cx="1240200" cy="10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0561ED2-00C1-F11C-D90A-C07EE82108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7868" y="1950787"/>
                <a:ext cx="12758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ACAD504-B872-0EFC-BDDF-06868616E08E}"/>
                  </a:ext>
                </a:extLst>
              </p14:cNvPr>
              <p14:cNvContentPartPr/>
              <p14:nvPr/>
            </p14:nvContentPartPr>
            <p14:xfrm>
              <a:off x="1157268" y="2021707"/>
              <a:ext cx="1164240" cy="56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ACAD504-B872-0EFC-BDDF-06868616E08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39628" y="1986067"/>
                <a:ext cx="11998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7EE8B0C-4194-9DD9-4993-7115BF967A57}"/>
                  </a:ext>
                </a:extLst>
              </p14:cNvPr>
              <p14:cNvContentPartPr/>
              <p14:nvPr/>
            </p14:nvContentPartPr>
            <p14:xfrm>
              <a:off x="3875628" y="2775547"/>
              <a:ext cx="1202400" cy="43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7EE8B0C-4194-9DD9-4993-7115BF967A5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57628" y="2739547"/>
                <a:ext cx="1238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4C4D22F-42D7-F10C-1C0E-885B319F6680}"/>
                  </a:ext>
                </a:extLst>
              </p14:cNvPr>
              <p14:cNvContentPartPr/>
              <p14:nvPr/>
            </p14:nvContentPartPr>
            <p14:xfrm>
              <a:off x="3892400" y="2782770"/>
              <a:ext cx="1208880" cy="75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4C4D22F-42D7-F10C-1C0E-885B319F66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74760" y="2747130"/>
                <a:ext cx="124452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2A85E8C-0F02-3648-CEA4-4F835CB49B7C}"/>
                  </a:ext>
                </a:extLst>
              </p14:cNvPr>
              <p14:cNvContentPartPr/>
              <p14:nvPr/>
            </p14:nvContentPartPr>
            <p14:xfrm>
              <a:off x="5301800" y="4393770"/>
              <a:ext cx="1117080" cy="72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2A85E8C-0F02-3648-CEA4-4F835CB49B7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84160" y="4358130"/>
                <a:ext cx="11527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C7963BE-7AFE-45E7-3B56-0F2A76994C16}"/>
                  </a:ext>
                </a:extLst>
              </p14:cNvPr>
              <p14:cNvContentPartPr/>
              <p14:nvPr/>
            </p14:nvContentPartPr>
            <p14:xfrm>
              <a:off x="5576840" y="4405650"/>
              <a:ext cx="855720" cy="694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C7963BE-7AFE-45E7-3B56-0F2A76994C1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58840" y="4370010"/>
                <a:ext cx="89136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33E18B1-2732-384B-740C-617334412DBF}"/>
                  </a:ext>
                </a:extLst>
              </p14:cNvPr>
              <p14:cNvContentPartPr/>
              <p14:nvPr/>
            </p14:nvContentPartPr>
            <p14:xfrm>
              <a:off x="5524280" y="4542450"/>
              <a:ext cx="890280" cy="29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33E18B1-2732-384B-740C-617334412D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06640" y="4506450"/>
                <a:ext cx="9259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8412CA6-0457-AFC1-4C26-49EE8F46771E}"/>
                  </a:ext>
                </a:extLst>
              </p14:cNvPr>
              <p14:cNvContentPartPr/>
              <p14:nvPr/>
            </p14:nvContentPartPr>
            <p14:xfrm>
              <a:off x="5581520" y="4638930"/>
              <a:ext cx="847080" cy="280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8412CA6-0457-AFC1-4C26-49EE8F4677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63880" y="4603290"/>
                <a:ext cx="88272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BDDFF88-4550-97F1-9405-38160E5C1215}"/>
                  </a:ext>
                </a:extLst>
              </p14:cNvPr>
              <p14:cNvContentPartPr/>
              <p14:nvPr/>
            </p14:nvContentPartPr>
            <p14:xfrm>
              <a:off x="5683040" y="4451010"/>
              <a:ext cx="641160" cy="12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BDDFF88-4550-97F1-9405-38160E5C12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65400" y="4415010"/>
                <a:ext cx="6768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07D2986-EB3A-9B0C-FD5A-C2036FF2CC28}"/>
                  </a:ext>
                </a:extLst>
              </p14:cNvPr>
              <p14:cNvContentPartPr/>
              <p14:nvPr/>
            </p14:nvContentPartPr>
            <p14:xfrm>
              <a:off x="5562440" y="4628130"/>
              <a:ext cx="297000" cy="20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07D2986-EB3A-9B0C-FD5A-C2036FF2CC2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44800" y="4592130"/>
                <a:ext cx="33264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14B5479-8D47-E85E-CB14-97B90B2B993F}"/>
                  </a:ext>
                </a:extLst>
              </p14:cNvPr>
              <p14:cNvContentPartPr/>
              <p14:nvPr/>
            </p14:nvContentPartPr>
            <p14:xfrm>
              <a:off x="4140080" y="3035130"/>
              <a:ext cx="988560" cy="45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14B5479-8D47-E85E-CB14-97B90B2B993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22440" y="2999130"/>
                <a:ext cx="10242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1D65D05-BAF5-1C92-2219-0D551018F94C}"/>
                  </a:ext>
                </a:extLst>
              </p14:cNvPr>
              <p14:cNvContentPartPr/>
              <p14:nvPr/>
            </p14:nvContentPartPr>
            <p14:xfrm>
              <a:off x="4177880" y="3154650"/>
              <a:ext cx="883800" cy="29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1D65D05-BAF5-1C92-2219-0D551018F94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60240" y="3119010"/>
                <a:ext cx="9194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0D323F0-BC04-C9DF-B933-161B7084EE0B}"/>
                  </a:ext>
                </a:extLst>
              </p14:cNvPr>
              <p14:cNvContentPartPr/>
              <p14:nvPr/>
            </p14:nvContentPartPr>
            <p14:xfrm>
              <a:off x="4773680" y="3117570"/>
              <a:ext cx="233640" cy="25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0D323F0-BC04-C9DF-B933-161B7084EE0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56040" y="3081930"/>
                <a:ext cx="269280" cy="9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31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6719736" y="639936"/>
            <a:ext cx="2087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High-risk group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50076-BD99-C525-1B11-57AD7B7D1D0A}"/>
              </a:ext>
            </a:extLst>
          </p:cNvPr>
          <p:cNvSpPr txBox="1"/>
          <p:nvPr/>
        </p:nvSpPr>
        <p:spPr>
          <a:xfrm>
            <a:off x="1994182" y="1448036"/>
            <a:ext cx="90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Week-4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C798C-B15D-CDEC-2BCF-8348B95282EB}"/>
              </a:ext>
            </a:extLst>
          </p:cNvPr>
          <p:cNvSpPr txBox="1"/>
          <p:nvPr/>
        </p:nvSpPr>
        <p:spPr>
          <a:xfrm>
            <a:off x="6516561" y="2298138"/>
            <a:ext cx="290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C00000"/>
                </a:solidFill>
              </a:rPr>
              <a:t>For the high-risk group, travel is just as important as assessment!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8BD317-907A-B26D-3278-FFC1A6D0A443}"/>
              </a:ext>
            </a:extLst>
          </p:cNvPr>
          <p:cNvSpPr txBox="1"/>
          <p:nvPr/>
        </p:nvSpPr>
        <p:spPr>
          <a:xfrm>
            <a:off x="7311404" y="3673964"/>
            <a:ext cx="90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Week-6</a:t>
            </a:r>
          </a:p>
        </p:txBody>
      </p:sp>
      <p:pic>
        <p:nvPicPr>
          <p:cNvPr id="4" name="Picture 3" descr="A graph with blue and white stripes&#10;&#10;Description automatically generated">
            <a:extLst>
              <a:ext uri="{FF2B5EF4-FFF2-40B4-BE49-F238E27FC236}">
                <a16:creationId xmlns:a16="http://schemas.microsoft.com/office/drawing/2014/main" id="{E759F48B-6639-B02E-C7E4-0305BC6B9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89233" y="1850230"/>
            <a:ext cx="6800689" cy="2562668"/>
          </a:xfrm>
          <a:prstGeom prst="rect">
            <a:avLst/>
          </a:prstGeom>
        </p:spPr>
      </p:pic>
      <p:pic>
        <p:nvPicPr>
          <p:cNvPr id="9" name="Picture 8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B75ED0BD-630B-AC61-4E24-272B49021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0799" y="3934438"/>
            <a:ext cx="7285200" cy="27452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85C23D-A8F7-D8F4-0D5C-A6B1DE10504D}"/>
                  </a:ext>
                </a:extLst>
              </p14:cNvPr>
              <p14:cNvContentPartPr/>
              <p14:nvPr/>
            </p14:nvContentPartPr>
            <p14:xfrm>
              <a:off x="1714200" y="2087280"/>
              <a:ext cx="922320" cy="38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85C23D-A8F7-D8F4-0D5C-A6B1DE1050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6200" y="2051640"/>
                <a:ext cx="9579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0EA76CF-4B8A-FF45-7025-CB414D3FBE10}"/>
                  </a:ext>
                </a:extLst>
              </p14:cNvPr>
              <p14:cNvContentPartPr/>
              <p14:nvPr/>
            </p14:nvContentPartPr>
            <p14:xfrm>
              <a:off x="1771480" y="2038030"/>
              <a:ext cx="994320" cy="50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0EA76CF-4B8A-FF45-7025-CB414D3FBE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3840" y="2002390"/>
                <a:ext cx="10299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46FE101-9896-5F39-B380-A42BFF194DA4}"/>
                  </a:ext>
                </a:extLst>
              </p14:cNvPr>
              <p14:cNvContentPartPr/>
              <p14:nvPr/>
            </p14:nvContentPartPr>
            <p14:xfrm>
              <a:off x="1536400" y="2153590"/>
              <a:ext cx="1131480" cy="69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46FE101-9896-5F39-B380-A42BFF194D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18760" y="2117590"/>
                <a:ext cx="11671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AD6EAA0-98AE-385A-0FD2-00B549524A16}"/>
                  </a:ext>
                </a:extLst>
              </p14:cNvPr>
              <p14:cNvContentPartPr/>
              <p14:nvPr/>
            </p14:nvContentPartPr>
            <p14:xfrm>
              <a:off x="1676080" y="2164390"/>
              <a:ext cx="1088280" cy="54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AD6EAA0-98AE-385A-0FD2-00B549524A1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58440" y="2128390"/>
                <a:ext cx="1123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BEB7490-3DAF-5995-F32B-89D38A389C58}"/>
                  </a:ext>
                </a:extLst>
              </p14:cNvPr>
              <p14:cNvContentPartPr/>
              <p14:nvPr/>
            </p14:nvContentPartPr>
            <p14:xfrm>
              <a:off x="1930240" y="2152510"/>
              <a:ext cx="570600" cy="36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BEB7490-3DAF-5995-F32B-89D38A389C5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12600" y="2116510"/>
                <a:ext cx="6062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D812521-09F1-FAE5-CB30-BA357893A844}"/>
                  </a:ext>
                </a:extLst>
              </p14:cNvPr>
              <p14:cNvContentPartPr/>
              <p14:nvPr/>
            </p14:nvContentPartPr>
            <p14:xfrm>
              <a:off x="5232160" y="4212430"/>
              <a:ext cx="1232640" cy="49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D812521-09F1-FAE5-CB30-BA357893A8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14520" y="4176430"/>
                <a:ext cx="126828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FD6DA0B-54E0-3B43-26E3-B82F41F8F273}"/>
                  </a:ext>
                </a:extLst>
              </p14:cNvPr>
              <p14:cNvContentPartPr/>
              <p14:nvPr/>
            </p14:nvContentPartPr>
            <p14:xfrm>
              <a:off x="5537080" y="4292710"/>
              <a:ext cx="921240" cy="38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FD6DA0B-54E0-3B43-26E3-B82F41F8F2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19080" y="4256710"/>
                <a:ext cx="956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605311C-9602-34CF-993A-696DFA3DBE99}"/>
                  </a:ext>
                </a:extLst>
              </p14:cNvPr>
              <p14:cNvContentPartPr/>
              <p14:nvPr/>
            </p14:nvContentPartPr>
            <p14:xfrm>
              <a:off x="5568760" y="4336990"/>
              <a:ext cx="885960" cy="58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605311C-9602-34CF-993A-696DFA3DBE9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51120" y="4300990"/>
                <a:ext cx="9216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86BC9AC-CA74-0C97-46CF-E8DE37DA68E7}"/>
                  </a:ext>
                </a:extLst>
              </p14:cNvPr>
              <p14:cNvContentPartPr/>
              <p14:nvPr/>
            </p14:nvContentPartPr>
            <p14:xfrm>
              <a:off x="6051160" y="4171030"/>
              <a:ext cx="541440" cy="579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86BC9AC-CA74-0C97-46CF-E8DE37DA68E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33520" y="4135390"/>
                <a:ext cx="5770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EE78912-0798-2800-5008-79AA144C0AB1}"/>
                  </a:ext>
                </a:extLst>
              </p14:cNvPr>
              <p14:cNvContentPartPr/>
              <p14:nvPr/>
            </p14:nvContentPartPr>
            <p14:xfrm>
              <a:off x="5454280" y="4293790"/>
              <a:ext cx="319320" cy="37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E78912-0798-2800-5008-79AA144C0AB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36640" y="4257790"/>
                <a:ext cx="354960" cy="1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117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6826625" y="639936"/>
            <a:ext cx="1980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Findings so far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A3A450C9-87DA-37BC-F38D-7215C4DA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22489"/>
              </p:ext>
            </p:extLst>
          </p:nvPr>
        </p:nvGraphicFramePr>
        <p:xfrm>
          <a:off x="87732" y="1784454"/>
          <a:ext cx="9730533" cy="254979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210661">
                  <a:extLst>
                    <a:ext uri="{9D8B030D-6E8A-4147-A177-3AD203B41FA5}">
                      <a16:colId xmlns:a16="http://schemas.microsoft.com/office/drawing/2014/main" val="762888191"/>
                    </a:ext>
                  </a:extLst>
                </a:gridCol>
                <a:gridCol w="3259936">
                  <a:extLst>
                    <a:ext uri="{9D8B030D-6E8A-4147-A177-3AD203B41FA5}">
                      <a16:colId xmlns:a16="http://schemas.microsoft.com/office/drawing/2014/main" val="2884627776"/>
                    </a:ext>
                  </a:extLst>
                </a:gridCol>
                <a:gridCol w="3259936">
                  <a:extLst>
                    <a:ext uri="{9D8B030D-6E8A-4147-A177-3AD203B41FA5}">
                      <a16:colId xmlns:a16="http://schemas.microsoft.com/office/drawing/2014/main" val="1939283851"/>
                    </a:ext>
                  </a:extLst>
                </a:gridCol>
              </a:tblGrid>
              <a:tr h="355233">
                <a:tc>
                  <a:txBody>
                    <a:bodyPr/>
                    <a:lstStyle/>
                    <a:p>
                      <a:r>
                        <a:rPr lang="en-AU" sz="1200" dirty="0"/>
                        <a:t>Experimental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Results Nov/Dec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Now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22504"/>
                  </a:ext>
                </a:extLst>
              </a:tr>
              <a:tr h="262775">
                <a:tc>
                  <a:txBody>
                    <a:bodyPr/>
                    <a:lstStyle/>
                    <a:p>
                      <a:r>
                        <a:rPr lang="en-US" sz="1200" dirty="0"/>
                        <a:t>1. Looked at weeks 2, 4, 6, 8, 12, 16, 20  as milestones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Generally weeks 4 &amp; 6 are the most predictive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But depends on risk group (see below).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milestones are predictive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earlier weeks have a slight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936944"/>
                  </a:ext>
                </a:extLst>
              </a:tr>
              <a:tr h="1313874">
                <a:tc>
                  <a:txBody>
                    <a:bodyPr/>
                    <a:lstStyle/>
                    <a:p>
                      <a:r>
                        <a:rPr lang="en-US" sz="1200" dirty="0"/>
                        <a:t>2. Effort measured using: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Number of activities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Weekly activity score = number of weeks where there was least 10 minutes logged, divided by the total number of weeks available (10 minutes is based on analysis).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There is no noticeable difference between cost and time (they are highly correlated).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But both are more predictive than number of activities and the weekly activity score.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Have only looked at cost, but don’t expect a different conclusion, unless the hourly rates are vastly different.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278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2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6826625" y="639936"/>
            <a:ext cx="1980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Findings so far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A3A450C9-87DA-37BC-F38D-7215C4DA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76130"/>
              </p:ext>
            </p:extLst>
          </p:nvPr>
        </p:nvGraphicFramePr>
        <p:xfrm>
          <a:off x="87732" y="1686924"/>
          <a:ext cx="9730533" cy="492723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210661">
                  <a:extLst>
                    <a:ext uri="{9D8B030D-6E8A-4147-A177-3AD203B41FA5}">
                      <a16:colId xmlns:a16="http://schemas.microsoft.com/office/drawing/2014/main" val="762888191"/>
                    </a:ext>
                  </a:extLst>
                </a:gridCol>
                <a:gridCol w="3259936">
                  <a:extLst>
                    <a:ext uri="{9D8B030D-6E8A-4147-A177-3AD203B41FA5}">
                      <a16:colId xmlns:a16="http://schemas.microsoft.com/office/drawing/2014/main" val="2884627776"/>
                    </a:ext>
                  </a:extLst>
                </a:gridCol>
                <a:gridCol w="3259936">
                  <a:extLst>
                    <a:ext uri="{9D8B030D-6E8A-4147-A177-3AD203B41FA5}">
                      <a16:colId xmlns:a16="http://schemas.microsoft.com/office/drawing/2014/main" val="3251564616"/>
                    </a:ext>
                  </a:extLst>
                </a:gridCol>
              </a:tblGrid>
              <a:tr h="355233">
                <a:tc>
                  <a:txBody>
                    <a:bodyPr/>
                    <a:lstStyle/>
                    <a:p>
                      <a:r>
                        <a:rPr lang="en-AU" sz="1200" dirty="0"/>
                        <a:t>Experimental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/>
                        <a:t>Results Nov/Dec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Now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22504"/>
                  </a:ext>
                </a:extLst>
              </a:tr>
              <a:tr h="1313874">
                <a:tc>
                  <a:txBody>
                    <a:bodyPr/>
                    <a:lstStyle/>
                    <a:p>
                      <a:r>
                        <a:rPr lang="en-US" sz="1200" dirty="0"/>
                        <a:t>3. Effort aggregated to overall total, as well as by activity type: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Assessment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Travel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Communication (treating vs other)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Case conference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Reporting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Other (which is the actual case management time)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Breaking the effort down into type definitely improves the model accuracy.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“Other” is the most predictive which is good to see.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Except at week 2, where “assessment” is more predictive, which makes sense.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Looking into whether the method for getting activity type is accurate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Current results suggest that this still improves the model, but only marginally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“Assessment” is coming up strong</a:t>
                      </a:r>
                      <a:endParaRPr lang="en-AU" sz="1200" dirty="0">
                        <a:solidFill>
                          <a:srgbClr val="C00000"/>
                        </a:solidFill>
                      </a:endParaRPr>
                    </a:p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982025"/>
                  </a:ext>
                </a:extLst>
              </a:tr>
              <a:tr h="1664241">
                <a:tc>
                  <a:txBody>
                    <a:bodyPr/>
                    <a:lstStyle/>
                    <a:p>
                      <a:r>
                        <a:rPr lang="en-US" sz="1200" dirty="0"/>
                        <a:t>4. Three different groupings: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All claims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Low-risk claims (based on upfront risk model)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High-risk claims (based on upfront risk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It’s certainly useful to look at the risk groups separately, as some of the results above differ by these groups.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For the high-risk group, communication seems to be important.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For the low-risk group, weeks 6/8 are most predictive, whereas for the high-risk group weeks 10/12 are most predictive.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This is intuitive when we recall that high-risk is largely driven by the age of the injury which is typically a few weeks, so there is less of a rush.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Again seeing that the impact differs depending on the risk groups.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For the high-risk group, travel and assessment appear equally important.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For the low-risk group, assessment dominates in weeks 4/6 and then “other” in week 8.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5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816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6826625" y="639936"/>
            <a:ext cx="1980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Findings so far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A3A450C9-87DA-37BC-F38D-7215C4DA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09418"/>
              </p:ext>
            </p:extLst>
          </p:nvPr>
        </p:nvGraphicFramePr>
        <p:xfrm>
          <a:off x="87733" y="1589382"/>
          <a:ext cx="9730533" cy="328131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210661">
                  <a:extLst>
                    <a:ext uri="{9D8B030D-6E8A-4147-A177-3AD203B41FA5}">
                      <a16:colId xmlns:a16="http://schemas.microsoft.com/office/drawing/2014/main" val="762888191"/>
                    </a:ext>
                  </a:extLst>
                </a:gridCol>
                <a:gridCol w="3259936">
                  <a:extLst>
                    <a:ext uri="{9D8B030D-6E8A-4147-A177-3AD203B41FA5}">
                      <a16:colId xmlns:a16="http://schemas.microsoft.com/office/drawing/2014/main" val="2884627776"/>
                    </a:ext>
                  </a:extLst>
                </a:gridCol>
                <a:gridCol w="3259936">
                  <a:extLst>
                    <a:ext uri="{9D8B030D-6E8A-4147-A177-3AD203B41FA5}">
                      <a16:colId xmlns:a16="http://schemas.microsoft.com/office/drawing/2014/main" val="3251564616"/>
                    </a:ext>
                  </a:extLst>
                </a:gridCol>
              </a:tblGrid>
              <a:tr h="355233">
                <a:tc>
                  <a:txBody>
                    <a:bodyPr/>
                    <a:lstStyle/>
                    <a:p>
                      <a:r>
                        <a:rPr lang="en-AU" sz="1200" dirty="0"/>
                        <a:t>Experimental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/>
                        <a:t>Results Nov/Dec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Now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22504"/>
                  </a:ext>
                </a:extLst>
              </a:tr>
              <a:tr h="3552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5. Filter out claims with a high percentage of fixed-cost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Model accuracy improves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Have kept the filter in, not experimented with removing it.</a:t>
                      </a:r>
                      <a:endParaRPr lang="en-AU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567073"/>
                  </a:ext>
                </a:extLst>
              </a:tr>
              <a:tr h="3552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6. </a:t>
                      </a:r>
                      <a:r>
                        <a:rPr lang="en-AU" sz="1200" dirty="0"/>
                        <a:t>Look at Cost and Duration models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Looked at cost model: can we improve the accuracy using the effort measured at the various milestones.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Results show that at most we can improve the accuracy by 3%, which is not sufficient to warrant implementation.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More beneficial would be to try to improve the base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dirty="0"/>
                        <a:t>Duration model showed similar findings.</a:t>
                      </a:r>
                    </a:p>
                    <a:p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models run ok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Haven't experimented further with the settings to see if we can a more significant uplift.</a:t>
                      </a:r>
                      <a:endParaRPr lang="en-AU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8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20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A8EEBE3-D718-7F4B-BCB8-237ED294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1" r="7428"/>
          <a:stretch/>
        </p:blipFill>
        <p:spPr>
          <a:xfrm>
            <a:off x="-1" y="0"/>
            <a:ext cx="9906001" cy="1462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202DE07-C9DC-EB49-B88F-C0C171E274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86" y="49386"/>
            <a:ext cx="2374900" cy="1181100"/>
          </a:xfrm>
          <a:prstGeom prst="rect">
            <a:avLst/>
          </a:prstGeom>
        </p:spPr>
      </p:pic>
      <p:sp>
        <p:nvSpPr>
          <p:cNvPr id="7" name="Shape 53">
            <a:extLst>
              <a:ext uri="{FF2B5EF4-FFF2-40B4-BE49-F238E27FC236}">
                <a16:creationId xmlns:a16="http://schemas.microsoft.com/office/drawing/2014/main" id="{A7D1F55D-BDD1-2543-BD30-FF47EEB6DD56}"/>
              </a:ext>
            </a:extLst>
          </p:cNvPr>
          <p:cNvSpPr/>
          <p:nvPr/>
        </p:nvSpPr>
        <p:spPr>
          <a:xfrm>
            <a:off x="347499" y="6480652"/>
            <a:ext cx="2550648" cy="172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r">
              <a:lnSpc>
                <a:spcPct val="90000"/>
              </a:lnSpc>
              <a:defRPr sz="1600"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lvl="0" algn="l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600" spc="20">
                <a:latin typeface="+mn-lt"/>
                <a:cs typeface="Helvetica Light"/>
              </a:rPr>
              <a:t>Commercial in confidence © Copyright Wilson A.I. Pty Ltd 2021</a:t>
            </a:r>
            <a:endParaRPr sz="600" spc="20">
              <a:latin typeface="+mn-lt"/>
              <a:cs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A1378-F3B9-8648-8886-37F5E4675847}"/>
              </a:ext>
            </a:extLst>
          </p:cNvPr>
          <p:cNvSpPr txBox="1"/>
          <p:nvPr/>
        </p:nvSpPr>
        <p:spPr>
          <a:xfrm>
            <a:off x="940279" y="2113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4334FE-4CD7-5B42-B1C7-DB0EE56BB607}"/>
              </a:ext>
            </a:extLst>
          </p:cNvPr>
          <p:cNvSpPr txBox="1"/>
          <p:nvPr/>
        </p:nvSpPr>
        <p:spPr>
          <a:xfrm>
            <a:off x="7318362" y="639936"/>
            <a:ext cx="1488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A24D1-8261-941E-8B8C-3941C5AAE70E}"/>
              </a:ext>
            </a:extLst>
          </p:cNvPr>
          <p:cNvSpPr txBox="1"/>
          <p:nvPr/>
        </p:nvSpPr>
        <p:spPr>
          <a:xfrm>
            <a:off x="940279" y="2009775"/>
            <a:ext cx="72580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Assess whether activity type </a:t>
            </a:r>
            <a:r>
              <a:rPr lang="en-US" sz="2400" dirty="0" err="1"/>
              <a:t>categorisation</a:t>
            </a:r>
            <a:r>
              <a:rPr lang="en-US" sz="2400" dirty="0"/>
              <a:t> is valid and repeat the experiments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Discuss whether there are new data points in Vinci regarding the on-going changes in status of a case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Decide whether we want to start working on deployment or continue experimenting.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9778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30404CDE7F7045BA93B3BFCAFE7B82" ma:contentTypeVersion="4" ma:contentTypeDescription="Create a new document." ma:contentTypeScope="" ma:versionID="90adf79a4fd40210c1efa72783435d36">
  <xsd:schema xmlns:xsd="http://www.w3.org/2001/XMLSchema" xmlns:xs="http://www.w3.org/2001/XMLSchema" xmlns:p="http://schemas.microsoft.com/office/2006/metadata/properties" xmlns:ns2="cab01bb1-5a41-40a7-9af6-c46dfc5bf9bc" xmlns:ns3="00a4bdb0-e02f-475a-b1de-17f401fa88e6" targetNamespace="http://schemas.microsoft.com/office/2006/metadata/properties" ma:root="true" ma:fieldsID="a795cffdbcb93396e160b845fa0c4246" ns2:_="" ns3:_="">
    <xsd:import namespace="cab01bb1-5a41-40a7-9af6-c46dfc5bf9bc"/>
    <xsd:import namespace="00a4bdb0-e02f-475a-b1de-17f401fa8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01bb1-5a41-40a7-9af6-c46dfc5bf9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4bdb0-e02f-475a-b1de-17f401fa88e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992046-4D1E-4828-90FA-C2BE75DF2A42}">
  <ds:schemaRefs>
    <ds:schemaRef ds:uri="http://schemas.microsoft.com/office/2006/documentManagement/types"/>
    <ds:schemaRef ds:uri="http://purl.org/dc/elements/1.1/"/>
    <ds:schemaRef ds:uri="a6acebd2-4679-4849-9dca-186e63197898"/>
    <ds:schemaRef ds:uri="http://www.w3.org/XML/1998/namespace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a8ee9518-d0a6-423b-a815-2f1fbc630fb6"/>
  </ds:schemaRefs>
</ds:datastoreItem>
</file>

<file path=customXml/itemProps2.xml><?xml version="1.0" encoding="utf-8"?>
<ds:datastoreItem xmlns:ds="http://schemas.openxmlformats.org/officeDocument/2006/customXml" ds:itemID="{F9E369A1-C224-4F15-9DC0-8DF7E1AF5F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b01bb1-5a41-40a7-9af6-c46dfc5bf9bc"/>
    <ds:schemaRef ds:uri="00a4bdb0-e02f-475a-b1de-17f401fa88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20F780-265E-40F1-9A77-68AB3CEEB1D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7780841-6f42-4ed9-8716-c3b678f327f4}" enabled="0" method="" siteId="{67780841-6f42-4ed9-8716-c3b678f327f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24335</TotalTime>
  <Words>974</Words>
  <Application>Microsoft Office PowerPoint</Application>
  <PresentationFormat>A4 Paper (210x297 mm)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Christie</dc:creator>
  <cp:lastModifiedBy>Yuval Marom</cp:lastModifiedBy>
  <cp:revision>131</cp:revision>
  <cp:lastPrinted>2022-09-07T00:23:13Z</cp:lastPrinted>
  <dcterms:created xsi:type="dcterms:W3CDTF">2019-02-13T22:44:46Z</dcterms:created>
  <dcterms:modified xsi:type="dcterms:W3CDTF">2023-11-29T04:53:05Z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0x0101000237F15B7BC267489F6B5CBD2838AF68</vt:lpwstr>
  </property>
</Properties>
</file>